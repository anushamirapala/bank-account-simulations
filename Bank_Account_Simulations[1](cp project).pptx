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8F8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B819E-DB8C-420A-8972-949F0307ED41}" v="193" dt="2025-12-07T17:04:30.3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2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Jahnavi" userId="03397d39a1bae403" providerId="LiveId" clId="{8C35E9FA-E7C1-4355-9F48-AA952E61018C}"/>
    <pc:docChg chg="undo redo custSel modSld modMainMaster">
      <pc:chgData name="G Jahnavi" userId="03397d39a1bae403" providerId="LiveId" clId="{8C35E9FA-E7C1-4355-9F48-AA952E61018C}" dt="2025-12-09T00:26:12.194" v="715" actId="20577"/>
      <pc:docMkLst>
        <pc:docMk/>
      </pc:docMkLst>
      <pc:sldChg chg="addSp delSp modSp mod setBg">
        <pc:chgData name="G Jahnavi" userId="03397d39a1bae403" providerId="LiveId" clId="{8C35E9FA-E7C1-4355-9F48-AA952E61018C}" dt="2025-12-09T00:26:12.194" v="715" actId="20577"/>
        <pc:sldMkLst>
          <pc:docMk/>
          <pc:sldMk cId="0" sldId="256"/>
        </pc:sldMkLst>
        <pc:spChg chg="mod">
          <ac:chgData name="G Jahnavi" userId="03397d39a1bae403" providerId="LiveId" clId="{8C35E9FA-E7C1-4355-9F48-AA952E61018C}" dt="2025-12-09T00:26:12.194" v="715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 Jahnavi" userId="03397d39a1bae403" providerId="LiveId" clId="{8C35E9FA-E7C1-4355-9F48-AA952E61018C}" dt="2025-12-07T16:19:45.137" v="7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 Jahnavi" userId="03397d39a1bae403" providerId="LiveId" clId="{8C35E9FA-E7C1-4355-9F48-AA952E61018C}" dt="2025-12-07T16:19:49.114" v="8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G Jahnavi" userId="03397d39a1bae403" providerId="LiveId" clId="{8C35E9FA-E7C1-4355-9F48-AA952E61018C}" dt="2025-12-07T16:19:54.223" v="10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G Jahnavi" userId="03397d39a1bae403" providerId="LiveId" clId="{8C35E9FA-E7C1-4355-9F48-AA952E61018C}" dt="2025-12-07T16:19:51.957" v="9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G Jahnavi" userId="03397d39a1bae403" providerId="LiveId" clId="{8C35E9FA-E7C1-4355-9F48-AA952E61018C}" dt="2025-12-09T00:26:07.539" v="714" actId="14100"/>
          <ac:spMkLst>
            <pc:docMk/>
            <pc:sldMk cId="0" sldId="256"/>
            <ac:spMk id="19" creationId="{F4752C21-2978-D837-41A1-125F066796BF}"/>
          </ac:spMkLst>
        </pc:spChg>
        <pc:spChg chg="mod">
          <ac:chgData name="G Jahnavi" userId="03397d39a1bae403" providerId="LiveId" clId="{8C35E9FA-E7C1-4355-9F48-AA952E61018C}" dt="2025-12-07T17:04:42.294" v="651" actId="1076"/>
          <ac:spMkLst>
            <pc:docMk/>
            <pc:sldMk cId="0" sldId="256"/>
            <ac:spMk id="23" creationId="{66A6BF26-E512-97E8-B8D4-4DB29A3E946C}"/>
          </ac:spMkLst>
        </pc:spChg>
        <pc:spChg chg="add mod">
          <ac:chgData name="G Jahnavi" userId="03397d39a1bae403" providerId="LiveId" clId="{8C35E9FA-E7C1-4355-9F48-AA952E61018C}" dt="2025-12-07T17:06:32.836" v="693" actId="14100"/>
          <ac:spMkLst>
            <pc:docMk/>
            <pc:sldMk cId="0" sldId="256"/>
            <ac:spMk id="35" creationId="{9AB24DF0-9E0D-E289-1B23-BF2991E4D62F}"/>
          </ac:spMkLst>
        </pc:spChg>
        <pc:cxnChg chg="add mod">
          <ac:chgData name="G Jahnavi" userId="03397d39a1bae403" providerId="LiveId" clId="{8C35E9FA-E7C1-4355-9F48-AA952E61018C}" dt="2025-12-07T16:38:36.231" v="154" actId="208"/>
          <ac:cxnSpMkLst>
            <pc:docMk/>
            <pc:sldMk cId="0" sldId="256"/>
            <ac:cxnSpMk id="27" creationId="{BF9E1DE3-2F14-0224-A480-34A146AD0071}"/>
          </ac:cxnSpMkLst>
        </pc:cxnChg>
        <pc:cxnChg chg="add mod">
          <ac:chgData name="G Jahnavi" userId="03397d39a1bae403" providerId="LiveId" clId="{8C35E9FA-E7C1-4355-9F48-AA952E61018C}" dt="2025-12-07T17:06:00.247" v="678" actId="1076"/>
          <ac:cxnSpMkLst>
            <pc:docMk/>
            <pc:sldMk cId="0" sldId="256"/>
            <ac:cxnSpMk id="30" creationId="{02D47D55-C4D7-2729-B9AC-D56E02A28623}"/>
          </ac:cxnSpMkLst>
        </pc:cxnChg>
      </pc:sldChg>
      <pc:sldChg chg="addSp modSp mod">
        <pc:chgData name="G Jahnavi" userId="03397d39a1bae403" providerId="LiveId" clId="{8C35E9FA-E7C1-4355-9F48-AA952E61018C}" dt="2025-12-07T16:43:08.628" v="237" actId="571"/>
        <pc:sldMkLst>
          <pc:docMk/>
          <pc:sldMk cId="0" sldId="257"/>
        </pc:sldMkLst>
        <pc:spChg chg="add mod">
          <ac:chgData name="G Jahnavi" userId="03397d39a1bae403" providerId="LiveId" clId="{8C35E9FA-E7C1-4355-9F48-AA952E61018C}" dt="2025-12-07T16:41:30.322" v="187" actId="208"/>
          <ac:spMkLst>
            <pc:docMk/>
            <pc:sldMk cId="0" sldId="257"/>
            <ac:spMk id="5" creationId="{11AAA6E2-C379-698A-D4DA-7F9C1D7DF18E}"/>
          </ac:spMkLst>
        </pc:spChg>
        <pc:spChg chg="mod">
          <ac:chgData name="G Jahnavi" userId="03397d39a1bae403" providerId="LiveId" clId="{8C35E9FA-E7C1-4355-9F48-AA952E61018C}" dt="2025-12-07T16:43:01.240" v="235" actId="14861"/>
          <ac:spMkLst>
            <pc:docMk/>
            <pc:sldMk cId="0" sldId="257"/>
            <ac:spMk id="24" creationId="{E8A49B9C-7593-086C-D16E-7303E8D75637}"/>
          </ac:spMkLst>
        </pc:spChg>
        <pc:cxnChg chg="mod">
          <ac:chgData name="G Jahnavi" userId="03397d39a1bae403" providerId="LiveId" clId="{8C35E9FA-E7C1-4355-9F48-AA952E61018C}" dt="2025-12-07T16:40:17.990" v="177" actId="206"/>
          <ac:cxnSpMkLst>
            <pc:docMk/>
            <pc:sldMk cId="0" sldId="257"/>
            <ac:cxnSpMk id="40" creationId="{E43B9103-F681-ABDF-1F7D-64C93C149A4F}"/>
          </ac:cxnSpMkLst>
        </pc:cxnChg>
      </pc:sldChg>
      <pc:sldChg chg="addSp delSp modSp mod">
        <pc:chgData name="G Jahnavi" userId="03397d39a1bae403" providerId="LiveId" clId="{8C35E9FA-E7C1-4355-9F48-AA952E61018C}" dt="2025-12-07T17:03:52.358" v="647" actId="1076"/>
        <pc:sldMkLst>
          <pc:docMk/>
          <pc:sldMk cId="0" sldId="258"/>
        </pc:sldMkLst>
        <pc:spChg chg="add mod ord">
          <ac:chgData name="G Jahnavi" userId="03397d39a1bae403" providerId="LiveId" clId="{8C35E9FA-E7C1-4355-9F48-AA952E61018C}" dt="2025-12-07T17:03:52.358" v="647" actId="1076"/>
          <ac:spMkLst>
            <pc:docMk/>
            <pc:sldMk cId="0" sldId="258"/>
            <ac:spMk id="6" creationId="{BE9F1A96-4FB7-A35E-44B5-B8D72A227B70}"/>
          </ac:spMkLst>
        </pc:spChg>
        <pc:spChg chg="add mod">
          <ac:chgData name="G Jahnavi" userId="03397d39a1bae403" providerId="LiveId" clId="{8C35E9FA-E7C1-4355-9F48-AA952E61018C}" dt="2025-12-07T16:54:19.110" v="481" actId="339"/>
          <ac:spMkLst>
            <pc:docMk/>
            <pc:sldMk cId="0" sldId="258"/>
            <ac:spMk id="11" creationId="{A1A2F03B-EF8B-54BD-F8BA-B97F1255D98E}"/>
          </ac:spMkLst>
        </pc:spChg>
      </pc:sldChg>
      <pc:sldChg chg="modSp mod">
        <pc:chgData name="G Jahnavi" userId="03397d39a1bae403" providerId="LiveId" clId="{8C35E9FA-E7C1-4355-9F48-AA952E61018C}" dt="2025-12-07T16:57:56.246" v="537" actId="14100"/>
        <pc:sldMkLst>
          <pc:docMk/>
          <pc:sldMk cId="0" sldId="264"/>
        </pc:sldMkLst>
        <pc:spChg chg="mod">
          <ac:chgData name="G Jahnavi" userId="03397d39a1bae403" providerId="LiveId" clId="{8C35E9FA-E7C1-4355-9F48-AA952E61018C}" dt="2025-12-07T16:57:47.419" v="536" actId="14100"/>
          <ac:spMkLst>
            <pc:docMk/>
            <pc:sldMk cId="0" sldId="264"/>
            <ac:spMk id="19" creationId="{0F5FB5E9-BFE7-BCD7-5DEF-03F106D367FD}"/>
          </ac:spMkLst>
        </pc:spChg>
        <pc:spChg chg="mod">
          <ac:chgData name="G Jahnavi" userId="03397d39a1bae403" providerId="LiveId" clId="{8C35E9FA-E7C1-4355-9F48-AA952E61018C}" dt="2025-12-07T16:57:56.246" v="537" actId="14100"/>
          <ac:spMkLst>
            <pc:docMk/>
            <pc:sldMk cId="0" sldId="264"/>
            <ac:spMk id="20" creationId="{A0D050B7-4F23-1760-198F-27821DB2EA9A}"/>
          </ac:spMkLst>
        </pc:spChg>
        <pc:spChg chg="mod">
          <ac:chgData name="G Jahnavi" userId="03397d39a1bae403" providerId="LiveId" clId="{8C35E9FA-E7C1-4355-9F48-AA952E61018C}" dt="2025-12-07T16:57:38.783" v="535" actId="14100"/>
          <ac:spMkLst>
            <pc:docMk/>
            <pc:sldMk cId="0" sldId="264"/>
            <ac:spMk id="21" creationId="{24DE6E95-CD81-DBB2-009E-AD6BA2110CEF}"/>
          </ac:spMkLst>
        </pc:spChg>
      </pc:sldChg>
      <pc:sldChg chg="modSp mod">
        <pc:chgData name="G Jahnavi" userId="03397d39a1bae403" providerId="LiveId" clId="{8C35E9FA-E7C1-4355-9F48-AA952E61018C}" dt="2025-12-07T16:58:49.578" v="541" actId="20577"/>
        <pc:sldMkLst>
          <pc:docMk/>
          <pc:sldMk cId="0" sldId="266"/>
        </pc:sldMkLst>
        <pc:spChg chg="mod">
          <ac:chgData name="G Jahnavi" userId="03397d39a1bae403" providerId="LiveId" clId="{8C35E9FA-E7C1-4355-9F48-AA952E61018C}" dt="2025-12-07T16:58:49.578" v="541" actId="20577"/>
          <ac:spMkLst>
            <pc:docMk/>
            <pc:sldMk cId="0" sldId="266"/>
            <ac:spMk id="4" creationId="{00000000-0000-0000-0000-000000000000}"/>
          </ac:spMkLst>
        </pc:spChg>
      </pc:sldChg>
      <pc:sldChg chg="addSp delSp modSp mod setBg">
        <pc:chgData name="G Jahnavi" userId="03397d39a1bae403" providerId="LiveId" clId="{8C35E9FA-E7C1-4355-9F48-AA952E61018C}" dt="2025-12-07T17:01:41.530" v="635" actId="1076"/>
        <pc:sldMkLst>
          <pc:docMk/>
          <pc:sldMk cId="0" sldId="267"/>
        </pc:sldMkLst>
        <pc:spChg chg="mod">
          <ac:chgData name="G Jahnavi" userId="03397d39a1bae403" providerId="LiveId" clId="{8C35E9FA-E7C1-4355-9F48-AA952E61018C}" dt="2025-12-07T17:01:24.285" v="631" actId="1076"/>
          <ac:spMkLst>
            <pc:docMk/>
            <pc:sldMk cId="0" sldId="267"/>
            <ac:spMk id="3" creationId="{00000000-0000-0000-0000-000000000000}"/>
          </ac:spMkLst>
        </pc:spChg>
        <pc:spChg chg="mod topLvl">
          <ac:chgData name="G Jahnavi" userId="03397d39a1bae403" providerId="LiveId" clId="{8C35E9FA-E7C1-4355-9F48-AA952E61018C}" dt="2025-12-07T17:01:35.456" v="634" actId="14100"/>
          <ac:spMkLst>
            <pc:docMk/>
            <pc:sldMk cId="0" sldId="267"/>
            <ac:spMk id="4" creationId="{00000000-0000-0000-0000-000000000000}"/>
          </ac:spMkLst>
        </pc:spChg>
        <pc:spChg chg="mod topLvl">
          <ac:chgData name="G Jahnavi" userId="03397d39a1bae403" providerId="LiveId" clId="{8C35E9FA-E7C1-4355-9F48-AA952E61018C}" dt="2025-12-07T17:01:41.530" v="635" actId="1076"/>
          <ac:spMkLst>
            <pc:docMk/>
            <pc:sldMk cId="0" sldId="267"/>
            <ac:spMk id="5" creationId="{BFBC695C-BB52-60E4-F8F5-DB5F9ADE6A41}"/>
          </ac:spMkLst>
        </pc:spChg>
      </pc:sldChg>
      <pc:sldChg chg="modSp mod">
        <pc:chgData name="G Jahnavi" userId="03397d39a1bae403" providerId="LiveId" clId="{8C35E9FA-E7C1-4355-9F48-AA952E61018C}" dt="2025-12-07T17:03:30.827" v="646" actId="1076"/>
        <pc:sldMkLst>
          <pc:docMk/>
          <pc:sldMk cId="0" sldId="268"/>
        </pc:sldMkLst>
        <pc:spChg chg="mod">
          <ac:chgData name="G Jahnavi" userId="03397d39a1bae403" providerId="LiveId" clId="{8C35E9FA-E7C1-4355-9F48-AA952E61018C}" dt="2025-12-07T17:03:26.339" v="645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G Jahnavi" userId="03397d39a1bae403" providerId="LiveId" clId="{8C35E9FA-E7C1-4355-9F48-AA952E61018C}" dt="2025-12-07T17:03:30.827" v="646" actId="1076"/>
          <ac:spMkLst>
            <pc:docMk/>
            <pc:sldMk cId="0" sldId="268"/>
            <ac:spMk id="3" creationId="{00000000-0000-0000-0000-000000000000}"/>
          </ac:spMkLst>
        </pc:spChg>
      </pc:sldChg>
      <pc:sldMasterChg chg="setBg modSldLayout">
        <pc:chgData name="G Jahnavi" userId="03397d39a1bae403" providerId="LiveId" clId="{8C35E9FA-E7C1-4355-9F48-AA952E61018C}" dt="2025-12-07T16:59:24.681" v="601"/>
        <pc:sldMasterMkLst>
          <pc:docMk/>
          <pc:sldMasterMk cId="0" sldId="2147483648"/>
        </pc:sldMasterMkLst>
        <pc:sldLayoutChg chg="setBg">
          <pc:chgData name="G Jahnavi" userId="03397d39a1bae403" providerId="LiveId" clId="{8C35E9FA-E7C1-4355-9F48-AA952E61018C}" dt="2025-12-07T16:59:24.681" v="601"/>
          <pc:sldLayoutMkLst>
            <pc:docMk/>
            <pc:sldMasterMk cId="0" sldId="2147483648"/>
            <pc:sldLayoutMk cId="0" sldId="2147483661"/>
          </pc:sldLayoutMkLst>
        </pc:sldLayoutChg>
        <pc:sldLayoutChg chg="setBg">
          <pc:chgData name="G Jahnavi" userId="03397d39a1bae403" providerId="LiveId" clId="{8C35E9FA-E7C1-4355-9F48-AA952E61018C}" dt="2025-12-07T16:59:24.681" v="601"/>
          <pc:sldLayoutMkLst>
            <pc:docMk/>
            <pc:sldMasterMk cId="0" sldId="2147483648"/>
            <pc:sldLayoutMk cId="0" sldId="2147483662"/>
          </pc:sldLayoutMkLst>
        </pc:sldLayoutChg>
        <pc:sldLayoutChg chg="setBg">
          <pc:chgData name="G Jahnavi" userId="03397d39a1bae403" providerId="LiveId" clId="{8C35E9FA-E7C1-4355-9F48-AA952E61018C}" dt="2025-12-07T16:59:24.681" v="601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G Jahnavi" userId="03397d39a1bae403" providerId="LiveId" clId="{8C35E9FA-E7C1-4355-9F48-AA952E61018C}" dt="2025-12-07T16:59:24.681" v="601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G Jahnavi" userId="03397d39a1bae403" providerId="LiveId" clId="{8C35E9FA-E7C1-4355-9F48-AA952E61018C}" dt="2025-12-07T16:59:24.681" v="601"/>
          <pc:sldLayoutMkLst>
            <pc:docMk/>
            <pc:sldMasterMk cId="0" sldId="2147483648"/>
            <pc:sldLayoutMk cId="0" sldId="21474836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84315" y="4398160"/>
            <a:ext cx="10072369" cy="1988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0" i="0">
                <a:solidFill>
                  <a:srgbClr val="014F8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636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014F8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3636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014F8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014F8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822" y="1090669"/>
            <a:ext cx="11478625" cy="1396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0" i="0">
                <a:solidFill>
                  <a:srgbClr val="014F8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374" y="3643602"/>
            <a:ext cx="8924290" cy="657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636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4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F4752C21-2978-D837-41A1-125F066796BF}"/>
              </a:ext>
            </a:extLst>
          </p:cNvPr>
          <p:cNvSpPr/>
          <p:nvPr/>
        </p:nvSpPr>
        <p:spPr>
          <a:xfrm>
            <a:off x="16154720" y="7102475"/>
            <a:ext cx="3422329" cy="3750734"/>
          </a:xfrm>
          <a:prstGeom prst="flowChartProcess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bject 13"/>
          <p:cNvSpPr txBox="1"/>
          <p:nvPr/>
        </p:nvSpPr>
        <p:spPr>
          <a:xfrm>
            <a:off x="16813645" y="7985911"/>
            <a:ext cx="3090371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050" spc="-10">
                <a:solidFill>
                  <a:srgbClr val="FFFFFF"/>
                </a:solidFill>
                <a:latin typeface="Arial MT"/>
                <a:cs typeface="Arial MT"/>
              </a:rPr>
              <a:t>Varun ( </a:t>
            </a:r>
            <a:r>
              <a:rPr lang="en-IN" spc="-10" dirty="0">
                <a:solidFill>
                  <a:srgbClr val="FFFFFF"/>
                </a:solidFill>
                <a:latin typeface="Arial MT"/>
                <a:cs typeface="Arial MT"/>
              </a:rPr>
              <a:t>TEAM LEADER</a:t>
            </a:r>
            <a:r>
              <a:rPr lang="en-IN" sz="2050" spc="-1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lang="en-IN" sz="20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 flipH="1">
            <a:off x="16833850" y="8336007"/>
            <a:ext cx="1715077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Anusha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33850" y="8718628"/>
            <a:ext cx="1038860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Sakshi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33850" y="9350037"/>
            <a:ext cx="914977" cy="3592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60" dirty="0">
                <a:solidFill>
                  <a:srgbClr val="FFFFFF"/>
                </a:solidFill>
                <a:latin typeface="Arial MT"/>
                <a:cs typeface="Arial MT"/>
              </a:rPr>
              <a:t>Phani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33850" y="9068723"/>
            <a:ext cx="1661737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Reshmanth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6A6BF26-E512-97E8-B8D4-4DB29A3E946C}"/>
              </a:ext>
            </a:extLst>
          </p:cNvPr>
          <p:cNvSpPr/>
          <p:nvPr/>
        </p:nvSpPr>
        <p:spPr>
          <a:xfrm>
            <a:off x="146050" y="35928"/>
            <a:ext cx="19757966" cy="11317182"/>
          </a:xfrm>
          <a:custGeom>
            <a:avLst/>
            <a:gdLst/>
            <a:ahLst/>
            <a:cxnLst/>
            <a:rect l="l" t="t" r="r" b="b"/>
            <a:pathLst>
              <a:path w="19757966" h="11317182">
                <a:moveTo>
                  <a:pt x="10944875" y="5879309"/>
                </a:moveTo>
                <a:cubicBezTo>
                  <a:pt x="10973339" y="5879309"/>
                  <a:pt x="11005834" y="5883578"/>
                  <a:pt x="11042362" y="5892117"/>
                </a:cubicBezTo>
                <a:lnTo>
                  <a:pt x="11151946" y="5918446"/>
                </a:lnTo>
                <a:cubicBezTo>
                  <a:pt x="11195590" y="5928882"/>
                  <a:pt x="11241606" y="5934101"/>
                  <a:pt x="11289994" y="5934101"/>
                </a:cubicBezTo>
                <a:cubicBezTo>
                  <a:pt x="11313714" y="5934101"/>
                  <a:pt x="11336551" y="5932211"/>
                  <a:pt x="11358506" y="5928430"/>
                </a:cubicBezTo>
                <a:lnTo>
                  <a:pt x="11395819" y="5918390"/>
                </a:lnTo>
                <a:lnTo>
                  <a:pt x="11392432" y="5940430"/>
                </a:lnTo>
                <a:lnTo>
                  <a:pt x="11363287" y="5948132"/>
                </a:lnTo>
                <a:cubicBezTo>
                  <a:pt x="11340042" y="5952061"/>
                  <a:pt x="11315848" y="5954025"/>
                  <a:pt x="11290705" y="5954025"/>
                </a:cubicBezTo>
                <a:cubicBezTo>
                  <a:pt x="11239471" y="5954025"/>
                  <a:pt x="11193218" y="5948807"/>
                  <a:pt x="11151946" y="5938370"/>
                </a:cubicBezTo>
                <a:lnTo>
                  <a:pt x="11038093" y="5910618"/>
                </a:lnTo>
                <a:cubicBezTo>
                  <a:pt x="11011527" y="5903977"/>
                  <a:pt x="10983064" y="5900656"/>
                  <a:pt x="10952703" y="5900656"/>
                </a:cubicBezTo>
                <a:cubicBezTo>
                  <a:pt x="10925663" y="5900656"/>
                  <a:pt x="10900757" y="5906112"/>
                  <a:pt x="10877986" y="5917023"/>
                </a:cubicBezTo>
                <a:lnTo>
                  <a:pt x="10869447" y="5896387"/>
                </a:lnTo>
                <a:cubicBezTo>
                  <a:pt x="10894116" y="5885001"/>
                  <a:pt x="10919258" y="5879309"/>
                  <a:pt x="10944875" y="5879309"/>
                </a:cubicBezTo>
                <a:close/>
                <a:moveTo>
                  <a:pt x="19154542" y="5633812"/>
                </a:moveTo>
                <a:cubicBezTo>
                  <a:pt x="19172094" y="5719202"/>
                  <a:pt x="19219058" y="5779687"/>
                  <a:pt x="19295436" y="5815266"/>
                </a:cubicBezTo>
                <a:lnTo>
                  <a:pt x="19295436" y="5820959"/>
                </a:lnTo>
                <a:cubicBezTo>
                  <a:pt x="19207198" y="5795342"/>
                  <a:pt x="19153830" y="5734145"/>
                  <a:pt x="19135328" y="5637370"/>
                </a:cubicBezTo>
                <a:close/>
                <a:moveTo>
                  <a:pt x="11048767" y="5633812"/>
                </a:moveTo>
                <a:cubicBezTo>
                  <a:pt x="11066319" y="5719202"/>
                  <a:pt x="11113284" y="5779687"/>
                  <a:pt x="11189660" y="5815266"/>
                </a:cubicBezTo>
                <a:lnTo>
                  <a:pt x="11189660" y="5820959"/>
                </a:lnTo>
                <a:cubicBezTo>
                  <a:pt x="11101424" y="5795342"/>
                  <a:pt x="11048055" y="5734145"/>
                  <a:pt x="11029554" y="5637370"/>
                </a:cubicBezTo>
                <a:close/>
                <a:moveTo>
                  <a:pt x="10967646" y="5601791"/>
                </a:moveTo>
                <a:lnTo>
                  <a:pt x="10980455" y="5605349"/>
                </a:lnTo>
                <a:cubicBezTo>
                  <a:pt x="10990417" y="5679828"/>
                  <a:pt x="11020303" y="5737703"/>
                  <a:pt x="11070114" y="5778975"/>
                </a:cubicBezTo>
                <a:cubicBezTo>
                  <a:pt x="11119925" y="5820247"/>
                  <a:pt x="11185154" y="5840883"/>
                  <a:pt x="11265800" y="5840883"/>
                </a:cubicBezTo>
                <a:cubicBezTo>
                  <a:pt x="11297584" y="5840883"/>
                  <a:pt x="11326107" y="5837207"/>
                  <a:pt x="11351368" y="5829854"/>
                </a:cubicBezTo>
                <a:lnTo>
                  <a:pt x="11414276" y="5798315"/>
                </a:lnTo>
                <a:lnTo>
                  <a:pt x="11402311" y="5876157"/>
                </a:lnTo>
                <a:lnTo>
                  <a:pt x="11349300" y="5890005"/>
                </a:lnTo>
                <a:cubicBezTo>
                  <a:pt x="11329449" y="5893311"/>
                  <a:pt x="11308732" y="5894964"/>
                  <a:pt x="11287147" y="5894964"/>
                </a:cubicBezTo>
                <a:cubicBezTo>
                  <a:pt x="11233067" y="5894964"/>
                  <a:pt x="11172582" y="5886662"/>
                  <a:pt x="11105693" y="5870058"/>
                </a:cubicBezTo>
                <a:lnTo>
                  <a:pt x="11022438" y="5849422"/>
                </a:lnTo>
                <a:cubicBezTo>
                  <a:pt x="10988756" y="5841358"/>
                  <a:pt x="10961005" y="5837325"/>
                  <a:pt x="10939183" y="5837325"/>
                </a:cubicBezTo>
                <a:cubicBezTo>
                  <a:pt x="10910245" y="5837325"/>
                  <a:pt x="10880358" y="5846576"/>
                  <a:pt x="10849523" y="5865077"/>
                </a:cubicBezTo>
                <a:lnTo>
                  <a:pt x="10843830" y="5855115"/>
                </a:lnTo>
                <a:cubicBezTo>
                  <a:pt x="10902655" y="5766404"/>
                  <a:pt x="10943927" y="5681963"/>
                  <a:pt x="10967646" y="5601791"/>
                </a:cubicBezTo>
                <a:close/>
                <a:moveTo>
                  <a:pt x="7001419" y="5591829"/>
                </a:moveTo>
                <a:lnTo>
                  <a:pt x="7022055" y="5601079"/>
                </a:lnTo>
                <a:cubicBezTo>
                  <a:pt x="7014464" y="5718728"/>
                  <a:pt x="6981613" y="5808269"/>
                  <a:pt x="6923501" y="5869702"/>
                </a:cubicBezTo>
                <a:cubicBezTo>
                  <a:pt x="6865387" y="5931136"/>
                  <a:pt x="6784148" y="5961853"/>
                  <a:pt x="6679783" y="5961853"/>
                </a:cubicBezTo>
                <a:cubicBezTo>
                  <a:pt x="6600559" y="5961853"/>
                  <a:pt x="6526792" y="5937421"/>
                  <a:pt x="6458480" y="5888559"/>
                </a:cubicBezTo>
                <a:lnTo>
                  <a:pt x="6458480" y="5882867"/>
                </a:lnTo>
                <a:cubicBezTo>
                  <a:pt x="6519202" y="5922715"/>
                  <a:pt x="6592495" y="5942640"/>
                  <a:pt x="6678360" y="5942640"/>
                </a:cubicBezTo>
                <a:cubicBezTo>
                  <a:pt x="6772289" y="5942640"/>
                  <a:pt x="6848902" y="5912516"/>
                  <a:pt x="6908202" y="5852268"/>
                </a:cubicBezTo>
                <a:cubicBezTo>
                  <a:pt x="6937139" y="5822856"/>
                  <a:pt x="6958486" y="5789886"/>
                  <a:pt x="6972244" y="5753358"/>
                </a:cubicBezTo>
                <a:cubicBezTo>
                  <a:pt x="6986001" y="5716830"/>
                  <a:pt x="6995252" y="5668443"/>
                  <a:pt x="6999995" y="5608195"/>
                </a:cubicBezTo>
                <a:close/>
                <a:moveTo>
                  <a:pt x="6172744" y="5591829"/>
                </a:moveTo>
                <a:lnTo>
                  <a:pt x="6193380" y="5601079"/>
                </a:lnTo>
                <a:cubicBezTo>
                  <a:pt x="6185789" y="5718728"/>
                  <a:pt x="6152938" y="5808269"/>
                  <a:pt x="6094826" y="5869702"/>
                </a:cubicBezTo>
                <a:cubicBezTo>
                  <a:pt x="6036712" y="5931136"/>
                  <a:pt x="5955473" y="5961853"/>
                  <a:pt x="5851107" y="5961853"/>
                </a:cubicBezTo>
                <a:cubicBezTo>
                  <a:pt x="5771885" y="5961853"/>
                  <a:pt x="5698117" y="5937421"/>
                  <a:pt x="5629805" y="5888559"/>
                </a:cubicBezTo>
                <a:lnTo>
                  <a:pt x="5629805" y="5882867"/>
                </a:lnTo>
                <a:cubicBezTo>
                  <a:pt x="5690527" y="5922715"/>
                  <a:pt x="5763820" y="5942640"/>
                  <a:pt x="5849685" y="5942640"/>
                </a:cubicBezTo>
                <a:cubicBezTo>
                  <a:pt x="5943613" y="5942640"/>
                  <a:pt x="6020227" y="5912516"/>
                  <a:pt x="6079526" y="5852268"/>
                </a:cubicBezTo>
                <a:cubicBezTo>
                  <a:pt x="6108464" y="5822856"/>
                  <a:pt x="6129812" y="5789886"/>
                  <a:pt x="6143569" y="5753358"/>
                </a:cubicBezTo>
                <a:cubicBezTo>
                  <a:pt x="6157326" y="5716830"/>
                  <a:pt x="6166577" y="5668443"/>
                  <a:pt x="6171321" y="5608195"/>
                </a:cubicBezTo>
                <a:close/>
                <a:moveTo>
                  <a:pt x="11446175" y="5590796"/>
                </a:moveTo>
                <a:lnTo>
                  <a:pt x="11454014" y="5599300"/>
                </a:lnTo>
                <a:cubicBezTo>
                  <a:pt x="11467060" y="5623020"/>
                  <a:pt x="11473583" y="5649230"/>
                  <a:pt x="11473583" y="5677930"/>
                </a:cubicBezTo>
                <a:cubicBezTo>
                  <a:pt x="11473583" y="5727741"/>
                  <a:pt x="11454844" y="5767353"/>
                  <a:pt x="11417367" y="5796765"/>
                </a:cubicBezTo>
                <a:lnTo>
                  <a:pt x="11414276" y="5798315"/>
                </a:lnTo>
                <a:lnTo>
                  <a:pt x="11440105" y="5630280"/>
                </a:lnTo>
                <a:lnTo>
                  <a:pt x="11441561" y="5631677"/>
                </a:lnTo>
                <a:lnTo>
                  <a:pt x="11446542" y="5628831"/>
                </a:lnTo>
                <a:lnTo>
                  <a:pt x="11441613" y="5620470"/>
                </a:lnTo>
                <a:close/>
                <a:moveTo>
                  <a:pt x="793417" y="5482245"/>
                </a:moveTo>
                <a:cubicBezTo>
                  <a:pt x="844176" y="5521619"/>
                  <a:pt x="869556" y="5581392"/>
                  <a:pt x="869556" y="5661564"/>
                </a:cubicBezTo>
                <a:cubicBezTo>
                  <a:pt x="869556" y="5742210"/>
                  <a:pt x="841330" y="5808862"/>
                  <a:pt x="784878" y="5861519"/>
                </a:cubicBezTo>
                <a:cubicBezTo>
                  <a:pt x="729848" y="5912753"/>
                  <a:pt x="648965" y="5938370"/>
                  <a:pt x="542227" y="5938370"/>
                </a:cubicBezTo>
                <a:lnTo>
                  <a:pt x="58350" y="5938370"/>
                </a:lnTo>
                <a:lnTo>
                  <a:pt x="46253" y="5919157"/>
                </a:lnTo>
                <a:lnTo>
                  <a:pt x="495263" y="5919157"/>
                </a:lnTo>
                <a:cubicBezTo>
                  <a:pt x="592987" y="5919157"/>
                  <a:pt x="663434" y="5909195"/>
                  <a:pt x="706603" y="5889271"/>
                </a:cubicBezTo>
                <a:cubicBezTo>
                  <a:pt x="802430" y="5844678"/>
                  <a:pt x="850344" y="5767116"/>
                  <a:pt x="850344" y="5656583"/>
                </a:cubicBezTo>
                <a:cubicBezTo>
                  <a:pt x="850344" y="5594912"/>
                  <a:pt x="828521" y="5538934"/>
                  <a:pt x="784878" y="5488649"/>
                </a:cubicBezTo>
                <a:close/>
                <a:moveTo>
                  <a:pt x="328040" y="5429587"/>
                </a:moveTo>
                <a:cubicBezTo>
                  <a:pt x="316181" y="5429587"/>
                  <a:pt x="293647" y="5430536"/>
                  <a:pt x="260440" y="5432434"/>
                </a:cubicBezTo>
                <a:lnTo>
                  <a:pt x="260440" y="5824517"/>
                </a:lnTo>
                <a:lnTo>
                  <a:pt x="296019" y="5824517"/>
                </a:lnTo>
                <a:lnTo>
                  <a:pt x="296019" y="5475129"/>
                </a:lnTo>
                <a:cubicBezTo>
                  <a:pt x="329701" y="5472757"/>
                  <a:pt x="353895" y="5471571"/>
                  <a:pt x="368601" y="5471571"/>
                </a:cubicBezTo>
                <a:cubicBezTo>
                  <a:pt x="447349" y="5471571"/>
                  <a:pt x="504395" y="5478924"/>
                  <a:pt x="539737" y="5493630"/>
                </a:cubicBezTo>
                <a:cubicBezTo>
                  <a:pt x="575079" y="5508336"/>
                  <a:pt x="603186" y="5536325"/>
                  <a:pt x="624060" y="5577597"/>
                </a:cubicBezTo>
                <a:lnTo>
                  <a:pt x="615521" y="5577597"/>
                </a:lnTo>
                <a:cubicBezTo>
                  <a:pt x="592275" y="5544864"/>
                  <a:pt x="563100" y="5522212"/>
                  <a:pt x="527996" y="5509641"/>
                </a:cubicBezTo>
                <a:cubicBezTo>
                  <a:pt x="492891" y="5497069"/>
                  <a:pt x="441419" y="5490784"/>
                  <a:pt x="373582" y="5490784"/>
                </a:cubicBezTo>
                <a:lnTo>
                  <a:pt x="315232" y="5492207"/>
                </a:lnTo>
                <a:lnTo>
                  <a:pt x="315232" y="5824517"/>
                </a:lnTo>
                <a:lnTo>
                  <a:pt x="338003" y="5824517"/>
                </a:lnTo>
                <a:lnTo>
                  <a:pt x="441182" y="5820959"/>
                </a:lnTo>
                <a:cubicBezTo>
                  <a:pt x="574960" y="5811471"/>
                  <a:pt x="641849" y="5746480"/>
                  <a:pt x="641849" y="5625985"/>
                </a:cubicBezTo>
                <a:cubicBezTo>
                  <a:pt x="641849" y="5550557"/>
                  <a:pt x="619790" y="5498967"/>
                  <a:pt x="575672" y="5471215"/>
                </a:cubicBezTo>
                <a:cubicBezTo>
                  <a:pt x="531554" y="5443463"/>
                  <a:pt x="449010" y="5429587"/>
                  <a:pt x="328040" y="5429587"/>
                </a:cubicBezTo>
                <a:close/>
                <a:moveTo>
                  <a:pt x="19661190" y="5428876"/>
                </a:moveTo>
                <a:cubicBezTo>
                  <a:pt x="19725706" y="5477738"/>
                  <a:pt x="19757966" y="5544627"/>
                  <a:pt x="19757966" y="5629543"/>
                </a:cubicBezTo>
                <a:cubicBezTo>
                  <a:pt x="19757966" y="5720151"/>
                  <a:pt x="19722860" y="5796884"/>
                  <a:pt x="19652650" y="5859740"/>
                </a:cubicBezTo>
                <a:cubicBezTo>
                  <a:pt x="19582442" y="5922597"/>
                  <a:pt x="19497050" y="5954025"/>
                  <a:pt x="19396480" y="5954025"/>
                </a:cubicBezTo>
                <a:cubicBezTo>
                  <a:pt x="19345246" y="5954025"/>
                  <a:pt x="19298994" y="5948807"/>
                  <a:pt x="19257722" y="5938370"/>
                </a:cubicBezTo>
                <a:lnTo>
                  <a:pt x="19143868" y="5910618"/>
                </a:lnTo>
                <a:cubicBezTo>
                  <a:pt x="19117302" y="5903977"/>
                  <a:pt x="19088838" y="5900656"/>
                  <a:pt x="19058478" y="5900656"/>
                </a:cubicBezTo>
                <a:cubicBezTo>
                  <a:pt x="19031438" y="5900656"/>
                  <a:pt x="19006532" y="5906112"/>
                  <a:pt x="18983762" y="5917023"/>
                </a:cubicBezTo>
                <a:lnTo>
                  <a:pt x="18975222" y="5896387"/>
                </a:lnTo>
                <a:cubicBezTo>
                  <a:pt x="18999890" y="5885001"/>
                  <a:pt x="19025034" y="5879309"/>
                  <a:pt x="19050650" y="5879309"/>
                </a:cubicBezTo>
                <a:cubicBezTo>
                  <a:pt x="19079114" y="5879309"/>
                  <a:pt x="19111610" y="5883578"/>
                  <a:pt x="19148138" y="5892117"/>
                </a:cubicBezTo>
                <a:lnTo>
                  <a:pt x="19257722" y="5918446"/>
                </a:lnTo>
                <a:cubicBezTo>
                  <a:pt x="19301366" y="5928882"/>
                  <a:pt x="19347382" y="5934101"/>
                  <a:pt x="19395768" y="5934101"/>
                </a:cubicBezTo>
                <a:cubicBezTo>
                  <a:pt x="19490646" y="5934101"/>
                  <a:pt x="19571412" y="5903858"/>
                  <a:pt x="19638064" y="5843374"/>
                </a:cubicBezTo>
                <a:cubicBezTo>
                  <a:pt x="19704716" y="5782889"/>
                  <a:pt x="19738040" y="5709714"/>
                  <a:pt x="19738040" y="5623850"/>
                </a:cubicBezTo>
                <a:cubicBezTo>
                  <a:pt x="19738040" y="5551268"/>
                  <a:pt x="19712424" y="5487700"/>
                  <a:pt x="19661190" y="5433145"/>
                </a:cubicBezTo>
                <a:close/>
                <a:moveTo>
                  <a:pt x="19065594" y="5403259"/>
                </a:moveTo>
                <a:lnTo>
                  <a:pt x="19089788" y="5416779"/>
                </a:lnTo>
                <a:cubicBezTo>
                  <a:pt x="19105442" y="5444768"/>
                  <a:pt x="19151220" y="5468013"/>
                  <a:pt x="19227124" y="5486514"/>
                </a:cubicBezTo>
                <a:lnTo>
                  <a:pt x="19341688" y="5514977"/>
                </a:lnTo>
                <a:cubicBezTo>
                  <a:pt x="19419488" y="5534427"/>
                  <a:pt x="19471316" y="5551150"/>
                  <a:pt x="19497170" y="5565144"/>
                </a:cubicBezTo>
                <a:cubicBezTo>
                  <a:pt x="19523024" y="5579139"/>
                  <a:pt x="19541406" y="5600368"/>
                  <a:pt x="19552318" y="5628831"/>
                </a:cubicBezTo>
                <a:lnTo>
                  <a:pt x="19547336" y="5631677"/>
                </a:lnTo>
                <a:cubicBezTo>
                  <a:pt x="19525988" y="5607009"/>
                  <a:pt x="19502862" y="5588982"/>
                  <a:pt x="19477956" y="5577597"/>
                </a:cubicBezTo>
                <a:cubicBezTo>
                  <a:pt x="19453052" y="5566212"/>
                  <a:pt x="19405256" y="5552217"/>
                  <a:pt x="19334572" y="5535613"/>
                </a:cubicBezTo>
                <a:cubicBezTo>
                  <a:pt x="19232104" y="5511894"/>
                  <a:pt x="19163318" y="5491377"/>
                  <a:pt x="19128214" y="5474061"/>
                </a:cubicBezTo>
                <a:cubicBezTo>
                  <a:pt x="19093108" y="5456746"/>
                  <a:pt x="19072236" y="5433145"/>
                  <a:pt x="19065594" y="5403259"/>
                </a:cubicBezTo>
                <a:close/>
                <a:moveTo>
                  <a:pt x="10959819" y="5403259"/>
                </a:moveTo>
                <a:lnTo>
                  <a:pt x="10984012" y="5416779"/>
                </a:lnTo>
                <a:cubicBezTo>
                  <a:pt x="10999667" y="5444768"/>
                  <a:pt x="11045446" y="5468013"/>
                  <a:pt x="11121348" y="5486514"/>
                </a:cubicBezTo>
                <a:lnTo>
                  <a:pt x="11235913" y="5514977"/>
                </a:lnTo>
                <a:cubicBezTo>
                  <a:pt x="11313713" y="5534427"/>
                  <a:pt x="11365540" y="5551150"/>
                  <a:pt x="11391395" y="5565144"/>
                </a:cubicBezTo>
                <a:cubicBezTo>
                  <a:pt x="11404322" y="5572142"/>
                  <a:pt x="11415381" y="5580948"/>
                  <a:pt x="11424572" y="5591562"/>
                </a:cubicBezTo>
                <a:lnTo>
                  <a:pt x="11441613" y="5620470"/>
                </a:lnTo>
                <a:lnTo>
                  <a:pt x="11440105" y="5630280"/>
                </a:lnTo>
                <a:lnTo>
                  <a:pt x="11408206" y="5599656"/>
                </a:lnTo>
                <a:cubicBezTo>
                  <a:pt x="11396642" y="5590643"/>
                  <a:pt x="11384634" y="5583290"/>
                  <a:pt x="11372182" y="5577597"/>
                </a:cubicBezTo>
                <a:cubicBezTo>
                  <a:pt x="11347276" y="5566212"/>
                  <a:pt x="11299482" y="5552217"/>
                  <a:pt x="11228798" y="5535613"/>
                </a:cubicBezTo>
                <a:cubicBezTo>
                  <a:pt x="11126329" y="5511894"/>
                  <a:pt x="11057543" y="5491377"/>
                  <a:pt x="11022438" y="5474061"/>
                </a:cubicBezTo>
                <a:cubicBezTo>
                  <a:pt x="10987333" y="5456746"/>
                  <a:pt x="10966460" y="5433145"/>
                  <a:pt x="10959819" y="5403259"/>
                </a:cubicBezTo>
                <a:close/>
                <a:moveTo>
                  <a:pt x="15697134" y="5303637"/>
                </a:moveTo>
                <a:cubicBezTo>
                  <a:pt x="15707571" y="5348704"/>
                  <a:pt x="15727969" y="5399226"/>
                  <a:pt x="15758330" y="5455204"/>
                </a:cubicBezTo>
                <a:lnTo>
                  <a:pt x="15766869" y="5470859"/>
                </a:lnTo>
                <a:cubicBezTo>
                  <a:pt x="15735560" y="5466590"/>
                  <a:pt x="15707096" y="5464455"/>
                  <a:pt x="15681479" y="5464455"/>
                </a:cubicBezTo>
                <a:cubicBezTo>
                  <a:pt x="15660606" y="5464455"/>
                  <a:pt x="15642105" y="5466590"/>
                  <a:pt x="15625976" y="5470859"/>
                </a:cubicBezTo>
                <a:lnTo>
                  <a:pt x="15752638" y="5806016"/>
                </a:lnTo>
                <a:lnTo>
                  <a:pt x="15880723" y="5919157"/>
                </a:lnTo>
                <a:lnTo>
                  <a:pt x="15502872" y="5919157"/>
                </a:lnTo>
                <a:lnTo>
                  <a:pt x="15516392" y="5938370"/>
                </a:lnTo>
                <a:lnTo>
                  <a:pt x="15928399" y="5938370"/>
                </a:lnTo>
                <a:lnTo>
                  <a:pt x="15769716" y="5798188"/>
                </a:lnTo>
                <a:lnTo>
                  <a:pt x="15650881" y="5482956"/>
                </a:lnTo>
                <a:cubicBezTo>
                  <a:pt x="15658471" y="5482482"/>
                  <a:pt x="15663215" y="5482245"/>
                  <a:pt x="15665113" y="5482245"/>
                </a:cubicBezTo>
                <a:cubicBezTo>
                  <a:pt x="15676973" y="5482245"/>
                  <a:pt x="15695948" y="5483431"/>
                  <a:pt x="15722040" y="5485803"/>
                </a:cubicBezTo>
                <a:lnTo>
                  <a:pt x="15779678" y="5490784"/>
                </a:lnTo>
                <a:cubicBezTo>
                  <a:pt x="15781101" y="5490784"/>
                  <a:pt x="15787031" y="5491495"/>
                  <a:pt x="15797467" y="5492919"/>
                </a:cubicBezTo>
                <a:cubicBezTo>
                  <a:pt x="15755721" y="5418439"/>
                  <a:pt x="15729630" y="5359852"/>
                  <a:pt x="15719193" y="5317157"/>
                </a:cubicBezTo>
                <a:close/>
                <a:moveTo>
                  <a:pt x="5181535" y="5303637"/>
                </a:moveTo>
                <a:lnTo>
                  <a:pt x="5203594" y="5317157"/>
                </a:lnTo>
                <a:cubicBezTo>
                  <a:pt x="5214030" y="5359852"/>
                  <a:pt x="5240122" y="5418439"/>
                  <a:pt x="5281868" y="5492919"/>
                </a:cubicBezTo>
                <a:cubicBezTo>
                  <a:pt x="5271431" y="5491495"/>
                  <a:pt x="5265502" y="5490784"/>
                  <a:pt x="5264079" y="5490784"/>
                </a:cubicBezTo>
                <a:lnTo>
                  <a:pt x="5206440" y="5485803"/>
                </a:lnTo>
                <a:cubicBezTo>
                  <a:pt x="5180349" y="5483431"/>
                  <a:pt x="5161373" y="5482245"/>
                  <a:pt x="5149513" y="5482245"/>
                </a:cubicBezTo>
                <a:cubicBezTo>
                  <a:pt x="5147616" y="5482245"/>
                  <a:pt x="5142872" y="5482482"/>
                  <a:pt x="5135282" y="5482956"/>
                </a:cubicBezTo>
                <a:lnTo>
                  <a:pt x="5254116" y="5798188"/>
                </a:lnTo>
                <a:lnTo>
                  <a:pt x="5412800" y="5938370"/>
                </a:lnTo>
                <a:lnTo>
                  <a:pt x="5000792" y="5938370"/>
                </a:lnTo>
                <a:lnTo>
                  <a:pt x="4987272" y="5919157"/>
                </a:lnTo>
                <a:lnTo>
                  <a:pt x="5365124" y="5919157"/>
                </a:lnTo>
                <a:lnTo>
                  <a:pt x="5237038" y="5806016"/>
                </a:lnTo>
                <a:lnTo>
                  <a:pt x="5110376" y="5470859"/>
                </a:lnTo>
                <a:cubicBezTo>
                  <a:pt x="5126505" y="5466590"/>
                  <a:pt x="5145007" y="5464455"/>
                  <a:pt x="5165879" y="5464455"/>
                </a:cubicBezTo>
                <a:cubicBezTo>
                  <a:pt x="5191497" y="5464455"/>
                  <a:pt x="5219960" y="5466590"/>
                  <a:pt x="5251270" y="5470859"/>
                </a:cubicBezTo>
                <a:lnTo>
                  <a:pt x="5242731" y="5455204"/>
                </a:lnTo>
                <a:cubicBezTo>
                  <a:pt x="5212370" y="5399226"/>
                  <a:pt x="5191971" y="5348704"/>
                  <a:pt x="5181535" y="5303637"/>
                </a:cubicBezTo>
                <a:close/>
                <a:moveTo>
                  <a:pt x="1809685" y="5303637"/>
                </a:moveTo>
                <a:lnTo>
                  <a:pt x="1831744" y="5317157"/>
                </a:lnTo>
                <a:cubicBezTo>
                  <a:pt x="1842180" y="5359852"/>
                  <a:pt x="1868272" y="5418439"/>
                  <a:pt x="1910018" y="5492919"/>
                </a:cubicBezTo>
                <a:cubicBezTo>
                  <a:pt x="1899581" y="5491495"/>
                  <a:pt x="1893652" y="5490784"/>
                  <a:pt x="1892229" y="5490784"/>
                </a:cubicBezTo>
                <a:lnTo>
                  <a:pt x="1834590" y="5485803"/>
                </a:lnTo>
                <a:cubicBezTo>
                  <a:pt x="1808499" y="5483431"/>
                  <a:pt x="1789523" y="5482245"/>
                  <a:pt x="1777663" y="5482245"/>
                </a:cubicBezTo>
                <a:cubicBezTo>
                  <a:pt x="1775766" y="5482245"/>
                  <a:pt x="1771022" y="5482482"/>
                  <a:pt x="1763432" y="5482956"/>
                </a:cubicBezTo>
                <a:lnTo>
                  <a:pt x="1882266" y="5798188"/>
                </a:lnTo>
                <a:lnTo>
                  <a:pt x="2040950" y="5938370"/>
                </a:lnTo>
                <a:lnTo>
                  <a:pt x="1628942" y="5938370"/>
                </a:lnTo>
                <a:lnTo>
                  <a:pt x="1615422" y="5919157"/>
                </a:lnTo>
                <a:lnTo>
                  <a:pt x="1993273" y="5919157"/>
                </a:lnTo>
                <a:lnTo>
                  <a:pt x="1865188" y="5806016"/>
                </a:lnTo>
                <a:lnTo>
                  <a:pt x="1738526" y="5470859"/>
                </a:lnTo>
                <a:cubicBezTo>
                  <a:pt x="1754656" y="5466590"/>
                  <a:pt x="1773157" y="5464455"/>
                  <a:pt x="1794030" y="5464455"/>
                </a:cubicBezTo>
                <a:cubicBezTo>
                  <a:pt x="1819647" y="5464455"/>
                  <a:pt x="1848110" y="5466590"/>
                  <a:pt x="1879420" y="5470859"/>
                </a:cubicBezTo>
                <a:lnTo>
                  <a:pt x="1870881" y="5455204"/>
                </a:lnTo>
                <a:cubicBezTo>
                  <a:pt x="1840520" y="5399226"/>
                  <a:pt x="1820121" y="5348704"/>
                  <a:pt x="1809685" y="5303637"/>
                </a:cubicBezTo>
                <a:close/>
                <a:moveTo>
                  <a:pt x="15332803" y="5195476"/>
                </a:moveTo>
                <a:lnTo>
                  <a:pt x="15430290" y="5457339"/>
                </a:lnTo>
                <a:cubicBezTo>
                  <a:pt x="15402301" y="5482482"/>
                  <a:pt x="15378107" y="5507862"/>
                  <a:pt x="15357708" y="5533479"/>
                </a:cubicBezTo>
                <a:lnTo>
                  <a:pt x="15350592" y="5522805"/>
                </a:lnTo>
                <a:cubicBezTo>
                  <a:pt x="15326399" y="5486751"/>
                  <a:pt x="15306474" y="5460185"/>
                  <a:pt x="15290819" y="5443107"/>
                </a:cubicBezTo>
                <a:lnTo>
                  <a:pt x="15261644" y="5410375"/>
                </a:lnTo>
                <a:cubicBezTo>
                  <a:pt x="15261170" y="5409426"/>
                  <a:pt x="15258798" y="5406579"/>
                  <a:pt x="15254529" y="5401836"/>
                </a:cubicBezTo>
                <a:close/>
                <a:moveTo>
                  <a:pt x="4817204" y="5195476"/>
                </a:moveTo>
                <a:lnTo>
                  <a:pt x="4738929" y="5401836"/>
                </a:lnTo>
                <a:cubicBezTo>
                  <a:pt x="4743198" y="5406579"/>
                  <a:pt x="4745571" y="5409426"/>
                  <a:pt x="4746045" y="5410375"/>
                </a:cubicBezTo>
                <a:lnTo>
                  <a:pt x="4775220" y="5443107"/>
                </a:lnTo>
                <a:cubicBezTo>
                  <a:pt x="4790875" y="5460185"/>
                  <a:pt x="4810799" y="5486751"/>
                  <a:pt x="4834993" y="5522805"/>
                </a:cubicBezTo>
                <a:lnTo>
                  <a:pt x="4842109" y="5533479"/>
                </a:lnTo>
                <a:cubicBezTo>
                  <a:pt x="4862508" y="5507862"/>
                  <a:pt x="4886702" y="5482482"/>
                  <a:pt x="4914691" y="5457339"/>
                </a:cubicBezTo>
                <a:close/>
                <a:moveTo>
                  <a:pt x="1445353" y="5195476"/>
                </a:moveTo>
                <a:lnTo>
                  <a:pt x="1367079" y="5401836"/>
                </a:lnTo>
                <a:cubicBezTo>
                  <a:pt x="1371349" y="5406579"/>
                  <a:pt x="1373721" y="5409426"/>
                  <a:pt x="1374195" y="5410375"/>
                </a:cubicBezTo>
                <a:lnTo>
                  <a:pt x="1403370" y="5443107"/>
                </a:lnTo>
                <a:cubicBezTo>
                  <a:pt x="1419025" y="5460185"/>
                  <a:pt x="1438949" y="5486751"/>
                  <a:pt x="1463143" y="5522805"/>
                </a:cubicBezTo>
                <a:lnTo>
                  <a:pt x="1470259" y="5533479"/>
                </a:lnTo>
                <a:cubicBezTo>
                  <a:pt x="1490658" y="5507862"/>
                  <a:pt x="1514852" y="5482482"/>
                  <a:pt x="1542841" y="5457339"/>
                </a:cubicBezTo>
                <a:close/>
                <a:moveTo>
                  <a:pt x="12278478" y="5135703"/>
                </a:moveTo>
                <a:lnTo>
                  <a:pt x="12317615" y="5248845"/>
                </a:lnTo>
                <a:lnTo>
                  <a:pt x="12317615" y="5669391"/>
                </a:lnTo>
                <a:lnTo>
                  <a:pt x="12317615" y="5722049"/>
                </a:lnTo>
                <a:cubicBezTo>
                  <a:pt x="12317615" y="5782770"/>
                  <a:pt x="12340860" y="5829261"/>
                  <a:pt x="12387350" y="5861519"/>
                </a:cubicBezTo>
                <a:lnTo>
                  <a:pt x="12393754" y="5872193"/>
                </a:lnTo>
                <a:cubicBezTo>
                  <a:pt x="12346790" y="5858910"/>
                  <a:pt x="12315836" y="5837562"/>
                  <a:pt x="12300893" y="5808150"/>
                </a:cubicBezTo>
                <a:cubicBezTo>
                  <a:pt x="12285949" y="5778738"/>
                  <a:pt x="12278478" y="5724895"/>
                  <a:pt x="12278478" y="5646621"/>
                </a:cubicBezTo>
                <a:close/>
                <a:moveTo>
                  <a:pt x="11519422" y="5114272"/>
                </a:moveTo>
                <a:lnTo>
                  <a:pt x="11509203" y="5180751"/>
                </a:lnTo>
                <a:lnTo>
                  <a:pt x="11504359" y="5190851"/>
                </a:lnTo>
                <a:cubicBezTo>
                  <a:pt x="11494990" y="5210301"/>
                  <a:pt x="11489238" y="5222042"/>
                  <a:pt x="11487103" y="5226074"/>
                </a:cubicBezTo>
                <a:lnTo>
                  <a:pt x="11483545" y="5231055"/>
                </a:lnTo>
                <a:lnTo>
                  <a:pt x="11466467" y="5223939"/>
                </a:lnTo>
                <a:lnTo>
                  <a:pt x="11469313" y="5217535"/>
                </a:lnTo>
                <a:cubicBezTo>
                  <a:pt x="11476192" y="5201880"/>
                  <a:pt x="11484612" y="5183854"/>
                  <a:pt x="11494574" y="5163455"/>
                </a:cubicBezTo>
                <a:close/>
                <a:moveTo>
                  <a:pt x="15300782" y="5112932"/>
                </a:moveTo>
                <a:lnTo>
                  <a:pt x="15320706" y="5167724"/>
                </a:lnTo>
                <a:lnTo>
                  <a:pt x="15229623" y="5408240"/>
                </a:lnTo>
                <a:cubicBezTo>
                  <a:pt x="15273741" y="5449512"/>
                  <a:pt x="15312404" y="5495765"/>
                  <a:pt x="15345611" y="5546999"/>
                </a:cubicBezTo>
                <a:cubicBezTo>
                  <a:pt x="15341816" y="5551268"/>
                  <a:pt x="15339207" y="5554352"/>
                  <a:pt x="15337784" y="5556249"/>
                </a:cubicBezTo>
                <a:lnTo>
                  <a:pt x="15327822" y="5568346"/>
                </a:lnTo>
                <a:cubicBezTo>
                  <a:pt x="15327347" y="5569295"/>
                  <a:pt x="15324975" y="5571904"/>
                  <a:pt x="15320706" y="5576174"/>
                </a:cubicBezTo>
                <a:cubicBezTo>
                  <a:pt x="15316436" y="5570481"/>
                  <a:pt x="15314064" y="5567398"/>
                  <a:pt x="15313590" y="5566923"/>
                </a:cubicBezTo>
                <a:lnTo>
                  <a:pt x="15280857" y="5521382"/>
                </a:lnTo>
                <a:cubicBezTo>
                  <a:pt x="15254766" y="5485328"/>
                  <a:pt x="15223693" y="5448800"/>
                  <a:pt x="15187640" y="5411798"/>
                </a:cubicBezTo>
                <a:close/>
                <a:moveTo>
                  <a:pt x="4785181" y="5112932"/>
                </a:moveTo>
                <a:lnTo>
                  <a:pt x="4672040" y="5411798"/>
                </a:lnTo>
                <a:cubicBezTo>
                  <a:pt x="4708093" y="5448800"/>
                  <a:pt x="4739166" y="5485328"/>
                  <a:pt x="4765258" y="5521382"/>
                </a:cubicBezTo>
                <a:lnTo>
                  <a:pt x="4797991" y="5566923"/>
                </a:lnTo>
                <a:cubicBezTo>
                  <a:pt x="4798465" y="5567398"/>
                  <a:pt x="4800837" y="5570481"/>
                  <a:pt x="4805107" y="5576174"/>
                </a:cubicBezTo>
                <a:cubicBezTo>
                  <a:pt x="4809376" y="5571904"/>
                  <a:pt x="4811748" y="5569295"/>
                  <a:pt x="4812222" y="5568346"/>
                </a:cubicBezTo>
                <a:lnTo>
                  <a:pt x="4822185" y="5556249"/>
                </a:lnTo>
                <a:cubicBezTo>
                  <a:pt x="4823607" y="5554352"/>
                  <a:pt x="4826217" y="5551268"/>
                  <a:pt x="4830012" y="5546999"/>
                </a:cubicBezTo>
                <a:cubicBezTo>
                  <a:pt x="4796805" y="5495765"/>
                  <a:pt x="4758142" y="5449512"/>
                  <a:pt x="4714024" y="5408240"/>
                </a:cubicBezTo>
                <a:lnTo>
                  <a:pt x="4805107" y="5167724"/>
                </a:lnTo>
                <a:close/>
                <a:moveTo>
                  <a:pt x="1413332" y="5112932"/>
                </a:moveTo>
                <a:lnTo>
                  <a:pt x="1300190" y="5411798"/>
                </a:lnTo>
                <a:cubicBezTo>
                  <a:pt x="1336244" y="5448800"/>
                  <a:pt x="1367316" y="5485328"/>
                  <a:pt x="1393408" y="5521382"/>
                </a:cubicBezTo>
                <a:lnTo>
                  <a:pt x="1426141" y="5566923"/>
                </a:lnTo>
                <a:cubicBezTo>
                  <a:pt x="1426615" y="5567398"/>
                  <a:pt x="1428987" y="5570481"/>
                  <a:pt x="1433257" y="5576174"/>
                </a:cubicBezTo>
                <a:cubicBezTo>
                  <a:pt x="1437526" y="5571904"/>
                  <a:pt x="1439898" y="5569295"/>
                  <a:pt x="1440372" y="5568346"/>
                </a:cubicBezTo>
                <a:lnTo>
                  <a:pt x="1450335" y="5556249"/>
                </a:lnTo>
                <a:cubicBezTo>
                  <a:pt x="1451758" y="5554352"/>
                  <a:pt x="1454367" y="5551268"/>
                  <a:pt x="1458162" y="5546999"/>
                </a:cubicBezTo>
                <a:cubicBezTo>
                  <a:pt x="1424955" y="5495765"/>
                  <a:pt x="1386292" y="5449512"/>
                  <a:pt x="1342174" y="5408240"/>
                </a:cubicBezTo>
                <a:lnTo>
                  <a:pt x="1433257" y="5167724"/>
                </a:lnTo>
                <a:close/>
                <a:moveTo>
                  <a:pt x="16450949" y="5068102"/>
                </a:moveTo>
                <a:lnTo>
                  <a:pt x="16412523" y="5068814"/>
                </a:lnTo>
                <a:lnTo>
                  <a:pt x="16412523" y="5810285"/>
                </a:lnTo>
                <a:lnTo>
                  <a:pt x="16507875" y="5919157"/>
                </a:lnTo>
                <a:lnTo>
                  <a:pt x="16167026" y="5919157"/>
                </a:lnTo>
                <a:lnTo>
                  <a:pt x="16183393" y="5938370"/>
                </a:lnTo>
                <a:lnTo>
                  <a:pt x="16547012" y="5938370"/>
                </a:lnTo>
                <a:lnTo>
                  <a:pt x="16433870" y="5804592"/>
                </a:lnTo>
                <a:lnTo>
                  <a:pt x="16431024" y="5089450"/>
                </a:lnTo>
                <a:cubicBezTo>
                  <a:pt x="16442884" y="5088027"/>
                  <a:pt x="16454269" y="5087315"/>
                  <a:pt x="16465180" y="5087315"/>
                </a:cubicBezTo>
                <a:cubicBezTo>
                  <a:pt x="16514042" y="5087315"/>
                  <a:pt x="16556737" y="5099175"/>
                  <a:pt x="16593265" y="5122894"/>
                </a:cubicBezTo>
                <a:cubicBezTo>
                  <a:pt x="16582829" y="5101072"/>
                  <a:pt x="16568004" y="5086485"/>
                  <a:pt x="16548791" y="5079132"/>
                </a:cubicBezTo>
                <a:cubicBezTo>
                  <a:pt x="16529579" y="5071779"/>
                  <a:pt x="16496964" y="5068102"/>
                  <a:pt x="16450949" y="5068102"/>
                </a:cubicBezTo>
                <a:close/>
                <a:moveTo>
                  <a:pt x="10193024" y="5068102"/>
                </a:moveTo>
                <a:cubicBezTo>
                  <a:pt x="10239039" y="5068102"/>
                  <a:pt x="10271654" y="5071779"/>
                  <a:pt x="10290866" y="5079132"/>
                </a:cubicBezTo>
                <a:cubicBezTo>
                  <a:pt x="10310079" y="5086485"/>
                  <a:pt x="10324904" y="5101072"/>
                  <a:pt x="10335340" y="5122894"/>
                </a:cubicBezTo>
                <a:cubicBezTo>
                  <a:pt x="10298812" y="5099175"/>
                  <a:pt x="10256117" y="5087315"/>
                  <a:pt x="10207255" y="5087315"/>
                </a:cubicBezTo>
                <a:cubicBezTo>
                  <a:pt x="10196344" y="5087315"/>
                  <a:pt x="10184959" y="5088027"/>
                  <a:pt x="10173099" y="5089450"/>
                </a:cubicBezTo>
                <a:lnTo>
                  <a:pt x="10175945" y="5804592"/>
                </a:lnTo>
                <a:lnTo>
                  <a:pt x="10289087" y="5938370"/>
                </a:lnTo>
                <a:lnTo>
                  <a:pt x="9925468" y="5938370"/>
                </a:lnTo>
                <a:lnTo>
                  <a:pt x="9909101" y="5919157"/>
                </a:lnTo>
                <a:lnTo>
                  <a:pt x="10249950" y="5919157"/>
                </a:lnTo>
                <a:lnTo>
                  <a:pt x="10154598" y="5810285"/>
                </a:lnTo>
                <a:lnTo>
                  <a:pt x="10154598" y="5068814"/>
                </a:lnTo>
                <a:close/>
                <a:moveTo>
                  <a:pt x="17634080" y="5062410"/>
                </a:moveTo>
                <a:cubicBezTo>
                  <a:pt x="17697174" y="5062410"/>
                  <a:pt x="17743428" y="5083520"/>
                  <a:pt x="17772840" y="5125741"/>
                </a:cubicBezTo>
                <a:lnTo>
                  <a:pt x="17760742" y="5118625"/>
                </a:lnTo>
                <a:cubicBezTo>
                  <a:pt x="17715202" y="5093483"/>
                  <a:pt x="17673456" y="5080911"/>
                  <a:pt x="17635504" y="5080911"/>
                </a:cubicBezTo>
                <a:cubicBezTo>
                  <a:pt x="17510740" y="5080911"/>
                  <a:pt x="17448358" y="5203541"/>
                  <a:pt x="17448358" y="5448800"/>
                </a:cubicBezTo>
                <a:cubicBezTo>
                  <a:pt x="17448358" y="5628119"/>
                  <a:pt x="17487020" y="5746954"/>
                  <a:pt x="17564346" y="5805304"/>
                </a:cubicBezTo>
                <a:lnTo>
                  <a:pt x="17557942" y="5812420"/>
                </a:lnTo>
                <a:cubicBezTo>
                  <a:pt x="17510502" y="5778738"/>
                  <a:pt x="17476702" y="5734501"/>
                  <a:pt x="17456540" y="5679709"/>
                </a:cubicBezTo>
                <a:cubicBezTo>
                  <a:pt x="17436380" y="5624917"/>
                  <a:pt x="17426298" y="5550794"/>
                  <a:pt x="17426298" y="5457339"/>
                </a:cubicBezTo>
                <a:cubicBezTo>
                  <a:pt x="17426298" y="5194053"/>
                  <a:pt x="17495560" y="5062410"/>
                  <a:pt x="17634080" y="5062410"/>
                </a:cubicBezTo>
                <a:close/>
                <a:moveTo>
                  <a:pt x="7489956" y="5062410"/>
                </a:moveTo>
                <a:cubicBezTo>
                  <a:pt x="7553051" y="5062410"/>
                  <a:pt x="7599303" y="5083520"/>
                  <a:pt x="7628716" y="5125741"/>
                </a:cubicBezTo>
                <a:lnTo>
                  <a:pt x="7616619" y="5118625"/>
                </a:lnTo>
                <a:cubicBezTo>
                  <a:pt x="7571077" y="5093483"/>
                  <a:pt x="7529331" y="5080911"/>
                  <a:pt x="7491379" y="5080911"/>
                </a:cubicBezTo>
                <a:cubicBezTo>
                  <a:pt x="7366615" y="5080911"/>
                  <a:pt x="7304233" y="5203541"/>
                  <a:pt x="7304233" y="5448800"/>
                </a:cubicBezTo>
                <a:cubicBezTo>
                  <a:pt x="7304233" y="5628119"/>
                  <a:pt x="7342895" y="5746954"/>
                  <a:pt x="7420221" y="5805304"/>
                </a:cubicBezTo>
                <a:lnTo>
                  <a:pt x="7413817" y="5812420"/>
                </a:lnTo>
                <a:cubicBezTo>
                  <a:pt x="7366378" y="5778738"/>
                  <a:pt x="7332578" y="5734501"/>
                  <a:pt x="7312416" y="5679709"/>
                </a:cubicBezTo>
                <a:cubicBezTo>
                  <a:pt x="7292255" y="5624917"/>
                  <a:pt x="7282174" y="5550794"/>
                  <a:pt x="7282174" y="5457339"/>
                </a:cubicBezTo>
                <a:cubicBezTo>
                  <a:pt x="7282174" y="5194053"/>
                  <a:pt x="7351435" y="5062410"/>
                  <a:pt x="7489956" y="5062410"/>
                </a:cubicBezTo>
                <a:close/>
                <a:moveTo>
                  <a:pt x="19328168" y="5044620"/>
                </a:moveTo>
                <a:cubicBezTo>
                  <a:pt x="19368966" y="5044620"/>
                  <a:pt x="19404664" y="5053278"/>
                  <a:pt x="19435262" y="5070593"/>
                </a:cubicBezTo>
                <a:cubicBezTo>
                  <a:pt x="19465860" y="5087908"/>
                  <a:pt x="19488274" y="5112221"/>
                  <a:pt x="19502506" y="5143530"/>
                </a:cubicBezTo>
                <a:lnTo>
                  <a:pt x="19497526" y="5146377"/>
                </a:lnTo>
                <a:cubicBezTo>
                  <a:pt x="19445342" y="5090873"/>
                  <a:pt x="19389364" y="5063121"/>
                  <a:pt x="19329592" y="5063121"/>
                </a:cubicBezTo>
                <a:cubicBezTo>
                  <a:pt x="19293538" y="5063121"/>
                  <a:pt x="19263652" y="5073558"/>
                  <a:pt x="19239932" y="5094431"/>
                </a:cubicBezTo>
                <a:cubicBezTo>
                  <a:pt x="19216212" y="5115304"/>
                  <a:pt x="19204352" y="5141870"/>
                  <a:pt x="19204352" y="5174129"/>
                </a:cubicBezTo>
                <a:cubicBezTo>
                  <a:pt x="19204352" y="5209233"/>
                  <a:pt x="19228310" y="5245287"/>
                  <a:pt x="19276222" y="5282289"/>
                </a:cubicBezTo>
                <a:lnTo>
                  <a:pt x="19281916" y="5285847"/>
                </a:lnTo>
                <a:lnTo>
                  <a:pt x="19278358" y="5291540"/>
                </a:lnTo>
                <a:cubicBezTo>
                  <a:pt x="19215738" y="5263551"/>
                  <a:pt x="19184428" y="5222991"/>
                  <a:pt x="19184428" y="5169859"/>
                </a:cubicBezTo>
                <a:cubicBezTo>
                  <a:pt x="19184428" y="5132857"/>
                  <a:pt x="19197712" y="5102733"/>
                  <a:pt x="19224276" y="5079488"/>
                </a:cubicBezTo>
                <a:cubicBezTo>
                  <a:pt x="19250842" y="5056243"/>
                  <a:pt x="19285474" y="5044620"/>
                  <a:pt x="19328168" y="5044620"/>
                </a:cubicBezTo>
                <a:close/>
                <a:moveTo>
                  <a:pt x="11222393" y="5044620"/>
                </a:moveTo>
                <a:cubicBezTo>
                  <a:pt x="11263191" y="5044620"/>
                  <a:pt x="11298889" y="5053278"/>
                  <a:pt x="11329487" y="5070593"/>
                </a:cubicBezTo>
                <a:cubicBezTo>
                  <a:pt x="11360085" y="5087908"/>
                  <a:pt x="11382500" y="5112221"/>
                  <a:pt x="11396731" y="5143530"/>
                </a:cubicBezTo>
                <a:lnTo>
                  <a:pt x="11391750" y="5146377"/>
                </a:lnTo>
                <a:cubicBezTo>
                  <a:pt x="11339567" y="5090873"/>
                  <a:pt x="11283590" y="5063121"/>
                  <a:pt x="11223816" y="5063121"/>
                </a:cubicBezTo>
                <a:cubicBezTo>
                  <a:pt x="11187763" y="5063121"/>
                  <a:pt x="11157876" y="5073558"/>
                  <a:pt x="11134157" y="5094431"/>
                </a:cubicBezTo>
                <a:cubicBezTo>
                  <a:pt x="11110437" y="5115304"/>
                  <a:pt x="11098578" y="5141870"/>
                  <a:pt x="11098578" y="5174129"/>
                </a:cubicBezTo>
                <a:cubicBezTo>
                  <a:pt x="11098578" y="5209233"/>
                  <a:pt x="11122534" y="5245287"/>
                  <a:pt x="11170448" y="5282289"/>
                </a:cubicBezTo>
                <a:lnTo>
                  <a:pt x="11176140" y="5285847"/>
                </a:lnTo>
                <a:lnTo>
                  <a:pt x="11172582" y="5291540"/>
                </a:lnTo>
                <a:cubicBezTo>
                  <a:pt x="11109963" y="5263551"/>
                  <a:pt x="11078653" y="5222991"/>
                  <a:pt x="11078653" y="5169859"/>
                </a:cubicBezTo>
                <a:cubicBezTo>
                  <a:pt x="11078653" y="5132857"/>
                  <a:pt x="11091936" y="5102733"/>
                  <a:pt x="11118502" y="5079488"/>
                </a:cubicBezTo>
                <a:cubicBezTo>
                  <a:pt x="11145068" y="5056243"/>
                  <a:pt x="11179698" y="5044620"/>
                  <a:pt x="11222393" y="5044620"/>
                </a:cubicBezTo>
                <a:close/>
                <a:moveTo>
                  <a:pt x="6664128" y="5042485"/>
                </a:moveTo>
                <a:cubicBezTo>
                  <a:pt x="6709669" y="5042485"/>
                  <a:pt x="6751653" y="5062647"/>
                  <a:pt x="6790078" y="5102970"/>
                </a:cubicBezTo>
                <a:lnTo>
                  <a:pt x="6790078" y="5112221"/>
                </a:lnTo>
                <a:cubicBezTo>
                  <a:pt x="6746909" y="5077590"/>
                  <a:pt x="6706112" y="5060275"/>
                  <a:pt x="6667686" y="5060275"/>
                </a:cubicBezTo>
                <a:cubicBezTo>
                  <a:pt x="6544819" y="5060275"/>
                  <a:pt x="6483385" y="5177449"/>
                  <a:pt x="6483385" y="5411798"/>
                </a:cubicBezTo>
                <a:cubicBezTo>
                  <a:pt x="6483385" y="5518535"/>
                  <a:pt x="6497617" y="5607365"/>
                  <a:pt x="6526081" y="5678286"/>
                </a:cubicBezTo>
                <a:cubicBezTo>
                  <a:pt x="6554544" y="5749207"/>
                  <a:pt x="6594630" y="5795105"/>
                  <a:pt x="6646338" y="5815978"/>
                </a:cubicBezTo>
                <a:lnTo>
                  <a:pt x="6646338" y="5823094"/>
                </a:lnTo>
                <a:cubicBezTo>
                  <a:pt x="6590360" y="5811708"/>
                  <a:pt x="6545649" y="5768657"/>
                  <a:pt x="6512204" y="5693941"/>
                </a:cubicBezTo>
                <a:cubicBezTo>
                  <a:pt x="6478760" y="5619225"/>
                  <a:pt x="6462038" y="5524702"/>
                  <a:pt x="6462038" y="5410375"/>
                </a:cubicBezTo>
                <a:cubicBezTo>
                  <a:pt x="6462038" y="5165115"/>
                  <a:pt x="6529401" y="5042485"/>
                  <a:pt x="6664128" y="5042485"/>
                </a:cubicBezTo>
                <a:close/>
                <a:moveTo>
                  <a:pt x="5835453" y="5042485"/>
                </a:moveTo>
                <a:cubicBezTo>
                  <a:pt x="5880994" y="5042485"/>
                  <a:pt x="5922977" y="5062647"/>
                  <a:pt x="5961403" y="5102970"/>
                </a:cubicBezTo>
                <a:lnTo>
                  <a:pt x="5961403" y="5112221"/>
                </a:lnTo>
                <a:cubicBezTo>
                  <a:pt x="5918234" y="5077590"/>
                  <a:pt x="5877437" y="5060275"/>
                  <a:pt x="5839010" y="5060275"/>
                </a:cubicBezTo>
                <a:cubicBezTo>
                  <a:pt x="5716144" y="5060275"/>
                  <a:pt x="5654711" y="5177449"/>
                  <a:pt x="5654711" y="5411798"/>
                </a:cubicBezTo>
                <a:cubicBezTo>
                  <a:pt x="5654711" y="5518535"/>
                  <a:pt x="5668942" y="5607365"/>
                  <a:pt x="5697405" y="5678286"/>
                </a:cubicBezTo>
                <a:cubicBezTo>
                  <a:pt x="5725869" y="5749207"/>
                  <a:pt x="5765954" y="5795105"/>
                  <a:pt x="5817663" y="5815978"/>
                </a:cubicBezTo>
                <a:lnTo>
                  <a:pt x="5817663" y="5823094"/>
                </a:lnTo>
                <a:cubicBezTo>
                  <a:pt x="5761685" y="5811708"/>
                  <a:pt x="5716974" y="5768657"/>
                  <a:pt x="5683530" y="5693941"/>
                </a:cubicBezTo>
                <a:cubicBezTo>
                  <a:pt x="5650085" y="5619225"/>
                  <a:pt x="5633363" y="5524702"/>
                  <a:pt x="5633363" y="5410375"/>
                </a:cubicBezTo>
                <a:cubicBezTo>
                  <a:pt x="5633363" y="5165115"/>
                  <a:pt x="5700726" y="5042485"/>
                  <a:pt x="5835453" y="5042485"/>
                </a:cubicBezTo>
                <a:close/>
                <a:moveTo>
                  <a:pt x="18963060" y="5019715"/>
                </a:moveTo>
                <a:lnTo>
                  <a:pt x="18950252" y="5041062"/>
                </a:lnTo>
                <a:cubicBezTo>
                  <a:pt x="18913724" y="5049601"/>
                  <a:pt x="18888936" y="5065375"/>
                  <a:pt x="18875892" y="5088383"/>
                </a:cubicBezTo>
                <a:cubicBezTo>
                  <a:pt x="18862846" y="5111390"/>
                  <a:pt x="18856322" y="5150172"/>
                  <a:pt x="18856322" y="5204727"/>
                </a:cubicBezTo>
                <a:lnTo>
                  <a:pt x="18856322" y="5938370"/>
                </a:lnTo>
                <a:lnTo>
                  <a:pt x="18703332" y="5938370"/>
                </a:lnTo>
                <a:lnTo>
                  <a:pt x="18694082" y="5919157"/>
                </a:lnTo>
                <a:lnTo>
                  <a:pt x="18837110" y="5919157"/>
                </a:lnTo>
                <a:lnTo>
                  <a:pt x="18837110" y="5211843"/>
                </a:lnTo>
                <a:cubicBezTo>
                  <a:pt x="18837110" y="5144954"/>
                  <a:pt x="18845768" y="5098345"/>
                  <a:pt x="18863082" y="5072016"/>
                </a:cubicBezTo>
                <a:cubicBezTo>
                  <a:pt x="18880398" y="5045687"/>
                  <a:pt x="18913724" y="5028254"/>
                  <a:pt x="18963060" y="5019715"/>
                </a:cubicBezTo>
                <a:close/>
                <a:moveTo>
                  <a:pt x="2903911" y="5019715"/>
                </a:moveTo>
                <a:lnTo>
                  <a:pt x="2891102" y="5041062"/>
                </a:lnTo>
                <a:cubicBezTo>
                  <a:pt x="2854574" y="5049601"/>
                  <a:pt x="2829788" y="5065375"/>
                  <a:pt x="2816742" y="5088383"/>
                </a:cubicBezTo>
                <a:cubicBezTo>
                  <a:pt x="2803696" y="5111390"/>
                  <a:pt x="2797173" y="5150172"/>
                  <a:pt x="2797173" y="5204727"/>
                </a:cubicBezTo>
                <a:lnTo>
                  <a:pt x="2797173" y="5938370"/>
                </a:lnTo>
                <a:lnTo>
                  <a:pt x="2644183" y="5938370"/>
                </a:lnTo>
                <a:lnTo>
                  <a:pt x="2634932" y="5919157"/>
                </a:lnTo>
                <a:lnTo>
                  <a:pt x="2777960" y="5919157"/>
                </a:lnTo>
                <a:lnTo>
                  <a:pt x="2777960" y="5211843"/>
                </a:lnTo>
                <a:cubicBezTo>
                  <a:pt x="2777960" y="5144954"/>
                  <a:pt x="2786618" y="5098345"/>
                  <a:pt x="2803933" y="5072016"/>
                </a:cubicBezTo>
                <a:cubicBezTo>
                  <a:pt x="2821249" y="5045687"/>
                  <a:pt x="2854574" y="5028254"/>
                  <a:pt x="2903911" y="5019715"/>
                </a:cubicBezTo>
                <a:close/>
                <a:moveTo>
                  <a:pt x="17620560" y="5019003"/>
                </a:moveTo>
                <a:cubicBezTo>
                  <a:pt x="17460218" y="5019003"/>
                  <a:pt x="17380046" y="5159897"/>
                  <a:pt x="17380046" y="5441684"/>
                </a:cubicBezTo>
                <a:cubicBezTo>
                  <a:pt x="17380046" y="5702124"/>
                  <a:pt x="17459032" y="5832344"/>
                  <a:pt x="17617002" y="5832344"/>
                </a:cubicBezTo>
                <a:cubicBezTo>
                  <a:pt x="17690534" y="5832344"/>
                  <a:pt x="17746512" y="5797832"/>
                  <a:pt x="17784936" y="5728809"/>
                </a:cubicBezTo>
                <a:cubicBezTo>
                  <a:pt x="17823362" y="5659785"/>
                  <a:pt x="17842576" y="5558859"/>
                  <a:pt x="17842576" y="5426029"/>
                </a:cubicBezTo>
                <a:cubicBezTo>
                  <a:pt x="17842576" y="5275648"/>
                  <a:pt x="17824074" y="5170808"/>
                  <a:pt x="17787072" y="5111509"/>
                </a:cubicBezTo>
                <a:cubicBezTo>
                  <a:pt x="17748172" y="5049838"/>
                  <a:pt x="17692668" y="5019003"/>
                  <a:pt x="17620560" y="5019003"/>
                </a:cubicBezTo>
                <a:close/>
                <a:moveTo>
                  <a:pt x="7476437" y="5019003"/>
                </a:moveTo>
                <a:cubicBezTo>
                  <a:pt x="7316093" y="5019003"/>
                  <a:pt x="7235921" y="5159897"/>
                  <a:pt x="7235921" y="5441684"/>
                </a:cubicBezTo>
                <a:cubicBezTo>
                  <a:pt x="7235921" y="5702124"/>
                  <a:pt x="7314907" y="5832344"/>
                  <a:pt x="7472879" y="5832344"/>
                </a:cubicBezTo>
                <a:cubicBezTo>
                  <a:pt x="7546409" y="5832344"/>
                  <a:pt x="7602387" y="5797832"/>
                  <a:pt x="7640813" y="5728809"/>
                </a:cubicBezTo>
                <a:cubicBezTo>
                  <a:pt x="7679238" y="5659785"/>
                  <a:pt x="7698451" y="5558859"/>
                  <a:pt x="7698451" y="5426029"/>
                </a:cubicBezTo>
                <a:cubicBezTo>
                  <a:pt x="7698451" y="5275648"/>
                  <a:pt x="7679949" y="5170808"/>
                  <a:pt x="7642947" y="5111509"/>
                </a:cubicBezTo>
                <a:cubicBezTo>
                  <a:pt x="7604047" y="5049838"/>
                  <a:pt x="7548544" y="5019003"/>
                  <a:pt x="7476437" y="5019003"/>
                </a:cubicBezTo>
                <a:close/>
                <a:moveTo>
                  <a:pt x="3817925" y="5016868"/>
                </a:moveTo>
                <a:lnTo>
                  <a:pt x="3825753" y="5031812"/>
                </a:lnTo>
                <a:cubicBezTo>
                  <a:pt x="3755543" y="5036556"/>
                  <a:pt x="3685570" y="5077590"/>
                  <a:pt x="3615835" y="5154916"/>
                </a:cubicBezTo>
                <a:lnTo>
                  <a:pt x="3491308" y="5292963"/>
                </a:lnTo>
                <a:lnTo>
                  <a:pt x="3742497" y="5802458"/>
                </a:lnTo>
                <a:lnTo>
                  <a:pt x="3943875" y="5938370"/>
                </a:lnTo>
                <a:lnTo>
                  <a:pt x="3491308" y="5938370"/>
                </a:lnTo>
                <a:lnTo>
                  <a:pt x="3471384" y="5919157"/>
                </a:lnTo>
                <a:lnTo>
                  <a:pt x="3883391" y="5919157"/>
                </a:lnTo>
                <a:lnTo>
                  <a:pt x="3731824" y="5815978"/>
                </a:lnTo>
                <a:lnTo>
                  <a:pt x="3471384" y="5292963"/>
                </a:lnTo>
                <a:lnTo>
                  <a:pt x="3603738" y="5143530"/>
                </a:lnTo>
                <a:cubicBezTo>
                  <a:pt x="3672999" y="5066205"/>
                  <a:pt x="3744395" y="5023984"/>
                  <a:pt x="3817925" y="5016868"/>
                </a:cubicBezTo>
                <a:close/>
                <a:moveTo>
                  <a:pt x="7032017" y="5013310"/>
                </a:moveTo>
                <a:lnTo>
                  <a:pt x="7048384" y="5023273"/>
                </a:lnTo>
                <a:lnTo>
                  <a:pt x="7040556" y="5036793"/>
                </a:lnTo>
                <a:cubicBezTo>
                  <a:pt x="6988848" y="5125029"/>
                  <a:pt x="6947575" y="5205438"/>
                  <a:pt x="6916741" y="5278020"/>
                </a:cubicBezTo>
                <a:lnTo>
                  <a:pt x="6897527" y="5268769"/>
                </a:lnTo>
                <a:lnTo>
                  <a:pt x="6905355" y="5250980"/>
                </a:lnTo>
                <a:cubicBezTo>
                  <a:pt x="6929075" y="5201169"/>
                  <a:pt x="6949947" y="5159897"/>
                  <a:pt x="6967975" y="5127164"/>
                </a:cubicBezTo>
                <a:lnTo>
                  <a:pt x="7024901" y="5026119"/>
                </a:lnTo>
                <a:close/>
                <a:moveTo>
                  <a:pt x="6203342" y="5013310"/>
                </a:moveTo>
                <a:lnTo>
                  <a:pt x="6219709" y="5023273"/>
                </a:lnTo>
                <a:lnTo>
                  <a:pt x="6211881" y="5036793"/>
                </a:lnTo>
                <a:cubicBezTo>
                  <a:pt x="6160172" y="5125029"/>
                  <a:pt x="6118901" y="5205438"/>
                  <a:pt x="6088065" y="5278020"/>
                </a:cubicBezTo>
                <a:lnTo>
                  <a:pt x="6068852" y="5268769"/>
                </a:lnTo>
                <a:lnTo>
                  <a:pt x="6076680" y="5250980"/>
                </a:lnTo>
                <a:cubicBezTo>
                  <a:pt x="6100399" y="5201169"/>
                  <a:pt x="6121272" y="5159897"/>
                  <a:pt x="6139300" y="5127164"/>
                </a:cubicBezTo>
                <a:lnTo>
                  <a:pt x="6196226" y="5026119"/>
                </a:lnTo>
                <a:close/>
                <a:moveTo>
                  <a:pt x="13108897" y="5010464"/>
                </a:moveTo>
                <a:lnTo>
                  <a:pt x="13024930" y="5068102"/>
                </a:lnTo>
                <a:lnTo>
                  <a:pt x="13024930" y="5807439"/>
                </a:lnTo>
                <a:lnTo>
                  <a:pt x="13123840" y="5919157"/>
                </a:lnTo>
                <a:lnTo>
                  <a:pt x="12779433" y="5919157"/>
                </a:lnTo>
                <a:lnTo>
                  <a:pt x="12789395" y="5938370"/>
                </a:lnTo>
                <a:lnTo>
                  <a:pt x="13167247" y="5938370"/>
                </a:lnTo>
                <a:lnTo>
                  <a:pt x="13043431" y="5797476"/>
                </a:lnTo>
                <a:lnTo>
                  <a:pt x="13043431" y="5080199"/>
                </a:lnTo>
                <a:lnTo>
                  <a:pt x="13123840" y="5022561"/>
                </a:lnTo>
                <a:close/>
                <a:moveTo>
                  <a:pt x="414142" y="5008329"/>
                </a:moveTo>
                <a:cubicBezTo>
                  <a:pt x="361485" y="5008329"/>
                  <a:pt x="310251" y="5023273"/>
                  <a:pt x="260440" y="5053159"/>
                </a:cubicBezTo>
                <a:lnTo>
                  <a:pt x="260440" y="5374084"/>
                </a:lnTo>
                <a:cubicBezTo>
                  <a:pt x="265658" y="5373609"/>
                  <a:pt x="269216" y="5373372"/>
                  <a:pt x="271114" y="5373372"/>
                </a:cubicBezTo>
                <a:lnTo>
                  <a:pt x="283922" y="5374084"/>
                </a:lnTo>
                <a:cubicBezTo>
                  <a:pt x="285820" y="5374084"/>
                  <a:pt x="289852" y="5374084"/>
                  <a:pt x="296019" y="5374084"/>
                </a:cubicBezTo>
                <a:lnTo>
                  <a:pt x="296019" y="5083046"/>
                </a:lnTo>
                <a:cubicBezTo>
                  <a:pt x="336816" y="5064070"/>
                  <a:pt x="376665" y="5054582"/>
                  <a:pt x="415565" y="5054582"/>
                </a:cubicBezTo>
                <a:cubicBezTo>
                  <a:pt x="460158" y="5054582"/>
                  <a:pt x="495381" y="5062647"/>
                  <a:pt x="521236" y="5078776"/>
                </a:cubicBezTo>
                <a:cubicBezTo>
                  <a:pt x="547090" y="5094905"/>
                  <a:pt x="569030" y="5122420"/>
                  <a:pt x="587057" y="5161320"/>
                </a:cubicBezTo>
                <a:lnTo>
                  <a:pt x="567133" y="5149935"/>
                </a:lnTo>
                <a:cubicBezTo>
                  <a:pt x="531554" y="5096329"/>
                  <a:pt x="480794" y="5069526"/>
                  <a:pt x="414854" y="5069526"/>
                </a:cubicBezTo>
                <a:cubicBezTo>
                  <a:pt x="377851" y="5069526"/>
                  <a:pt x="344644" y="5079962"/>
                  <a:pt x="315232" y="5100835"/>
                </a:cubicBezTo>
                <a:lnTo>
                  <a:pt x="315232" y="5374084"/>
                </a:lnTo>
                <a:lnTo>
                  <a:pt x="345118" y="5374084"/>
                </a:lnTo>
                <a:cubicBezTo>
                  <a:pt x="435727" y="5374084"/>
                  <a:pt x="503209" y="5359022"/>
                  <a:pt x="547564" y="5328898"/>
                </a:cubicBezTo>
                <a:cubicBezTo>
                  <a:pt x="591920" y="5298774"/>
                  <a:pt x="614097" y="5252640"/>
                  <a:pt x="614097" y="5190495"/>
                </a:cubicBezTo>
                <a:cubicBezTo>
                  <a:pt x="614097" y="5135940"/>
                  <a:pt x="595715" y="5091940"/>
                  <a:pt x="558950" y="5058496"/>
                </a:cubicBezTo>
                <a:cubicBezTo>
                  <a:pt x="522184" y="5025052"/>
                  <a:pt x="473915" y="5008329"/>
                  <a:pt x="414142" y="5008329"/>
                </a:cubicBezTo>
                <a:close/>
                <a:moveTo>
                  <a:pt x="14013181" y="5000502"/>
                </a:moveTo>
                <a:lnTo>
                  <a:pt x="13907155" y="5087315"/>
                </a:lnTo>
                <a:lnTo>
                  <a:pt x="13907155" y="5542729"/>
                </a:lnTo>
                <a:cubicBezTo>
                  <a:pt x="13907155" y="5677456"/>
                  <a:pt x="13895770" y="5767116"/>
                  <a:pt x="13872999" y="5811708"/>
                </a:cubicBezTo>
                <a:cubicBezTo>
                  <a:pt x="13830304" y="5894252"/>
                  <a:pt x="13743491" y="5935524"/>
                  <a:pt x="13612559" y="5935524"/>
                </a:cubicBezTo>
                <a:cubicBezTo>
                  <a:pt x="13521002" y="5935524"/>
                  <a:pt x="13446048" y="5918446"/>
                  <a:pt x="13387698" y="5884290"/>
                </a:cubicBezTo>
                <a:lnTo>
                  <a:pt x="13362793" y="5870058"/>
                </a:lnTo>
                <a:lnTo>
                  <a:pt x="13357100" y="5867212"/>
                </a:lnTo>
                <a:cubicBezTo>
                  <a:pt x="13415924" y="5925562"/>
                  <a:pt x="13503687" y="5954737"/>
                  <a:pt x="13620386" y="5954737"/>
                </a:cubicBezTo>
                <a:cubicBezTo>
                  <a:pt x="13755587" y="5954737"/>
                  <a:pt x="13846433" y="5910144"/>
                  <a:pt x="13892923" y="5820959"/>
                </a:cubicBezTo>
                <a:cubicBezTo>
                  <a:pt x="13915694" y="5776841"/>
                  <a:pt x="13927079" y="5682437"/>
                  <a:pt x="13927079" y="5537748"/>
                </a:cubicBezTo>
                <a:lnTo>
                  <a:pt x="13927079" y="5095854"/>
                </a:lnTo>
                <a:lnTo>
                  <a:pt x="14023855" y="5015445"/>
                </a:lnTo>
                <a:close/>
                <a:moveTo>
                  <a:pt x="8793481" y="5000502"/>
                </a:moveTo>
                <a:lnTo>
                  <a:pt x="8804155" y="5015445"/>
                </a:lnTo>
                <a:lnTo>
                  <a:pt x="8707379" y="5095854"/>
                </a:lnTo>
                <a:lnTo>
                  <a:pt x="8707379" y="5537748"/>
                </a:lnTo>
                <a:cubicBezTo>
                  <a:pt x="8707379" y="5682437"/>
                  <a:pt x="8695994" y="5776841"/>
                  <a:pt x="8673223" y="5820959"/>
                </a:cubicBezTo>
                <a:cubicBezTo>
                  <a:pt x="8626733" y="5910144"/>
                  <a:pt x="8535887" y="5954737"/>
                  <a:pt x="8400686" y="5954737"/>
                </a:cubicBezTo>
                <a:cubicBezTo>
                  <a:pt x="8283987" y="5954737"/>
                  <a:pt x="8196225" y="5925562"/>
                  <a:pt x="8137400" y="5867212"/>
                </a:cubicBezTo>
                <a:lnTo>
                  <a:pt x="8143094" y="5870058"/>
                </a:lnTo>
                <a:lnTo>
                  <a:pt x="8167999" y="5884290"/>
                </a:lnTo>
                <a:cubicBezTo>
                  <a:pt x="8226348" y="5918446"/>
                  <a:pt x="8301302" y="5935524"/>
                  <a:pt x="8392859" y="5935524"/>
                </a:cubicBezTo>
                <a:cubicBezTo>
                  <a:pt x="8523791" y="5935524"/>
                  <a:pt x="8610604" y="5894252"/>
                  <a:pt x="8653299" y="5811708"/>
                </a:cubicBezTo>
                <a:cubicBezTo>
                  <a:pt x="8676070" y="5767116"/>
                  <a:pt x="8687455" y="5677456"/>
                  <a:pt x="8687455" y="5542729"/>
                </a:cubicBezTo>
                <a:lnTo>
                  <a:pt x="8687455" y="5087315"/>
                </a:lnTo>
                <a:close/>
                <a:moveTo>
                  <a:pt x="16769026" y="4997656"/>
                </a:moveTo>
                <a:lnTo>
                  <a:pt x="16783258" y="5011887"/>
                </a:lnTo>
                <a:cubicBezTo>
                  <a:pt x="16775074" y="5022324"/>
                  <a:pt x="16766788" y="5034480"/>
                  <a:pt x="16758398" y="5048356"/>
                </a:cubicBezTo>
                <a:lnTo>
                  <a:pt x="16744332" y="5074180"/>
                </a:lnTo>
                <a:lnTo>
                  <a:pt x="16752714" y="5019649"/>
                </a:lnTo>
                <a:lnTo>
                  <a:pt x="16765468" y="5001925"/>
                </a:lnTo>
                <a:close/>
                <a:moveTo>
                  <a:pt x="10511102" y="4997656"/>
                </a:moveTo>
                <a:lnTo>
                  <a:pt x="10525333" y="5011887"/>
                </a:lnTo>
                <a:cubicBezTo>
                  <a:pt x="10492601" y="5053634"/>
                  <a:pt x="10458207" y="5122894"/>
                  <a:pt x="10422154" y="5219670"/>
                </a:cubicBezTo>
                <a:lnTo>
                  <a:pt x="10419307" y="5226786"/>
                </a:lnTo>
                <a:lnTo>
                  <a:pt x="10403653" y="5213266"/>
                </a:lnTo>
                <a:lnTo>
                  <a:pt x="10405787" y="5206861"/>
                </a:lnTo>
                <a:cubicBezTo>
                  <a:pt x="10440892" y="5108663"/>
                  <a:pt x="10474811" y="5040351"/>
                  <a:pt x="10507544" y="5001925"/>
                </a:cubicBezTo>
                <a:close/>
                <a:moveTo>
                  <a:pt x="19686806" y="4995521"/>
                </a:moveTo>
                <a:lnTo>
                  <a:pt x="19705308" y="5004771"/>
                </a:lnTo>
                <a:lnTo>
                  <a:pt x="19698904" y="5015445"/>
                </a:lnTo>
                <a:cubicBezTo>
                  <a:pt x="19679454" y="5048178"/>
                  <a:pt x="19662850" y="5079488"/>
                  <a:pt x="19649092" y="5109374"/>
                </a:cubicBezTo>
                <a:cubicBezTo>
                  <a:pt x="19615886" y="5179110"/>
                  <a:pt x="19597148" y="5218010"/>
                  <a:pt x="19592878" y="5226074"/>
                </a:cubicBezTo>
                <a:lnTo>
                  <a:pt x="19589320" y="5231055"/>
                </a:lnTo>
                <a:lnTo>
                  <a:pt x="19572242" y="5223939"/>
                </a:lnTo>
                <a:lnTo>
                  <a:pt x="19575088" y="5217535"/>
                </a:lnTo>
                <a:cubicBezTo>
                  <a:pt x="19588846" y="5186225"/>
                  <a:pt x="19608770" y="5145428"/>
                  <a:pt x="19634862" y="5095143"/>
                </a:cubicBezTo>
                <a:lnTo>
                  <a:pt x="19683248" y="5001213"/>
                </a:lnTo>
                <a:close/>
                <a:moveTo>
                  <a:pt x="17847556" y="4994098"/>
                </a:moveTo>
                <a:cubicBezTo>
                  <a:pt x="17915394" y="5026831"/>
                  <a:pt x="17969000" y="5082808"/>
                  <a:pt x="18008374" y="5162032"/>
                </a:cubicBezTo>
                <a:cubicBezTo>
                  <a:pt x="18047748" y="5241255"/>
                  <a:pt x="18067436" y="5332812"/>
                  <a:pt x="18067436" y="5436703"/>
                </a:cubicBezTo>
                <a:cubicBezTo>
                  <a:pt x="18067436" y="5589457"/>
                  <a:pt x="18028654" y="5712798"/>
                  <a:pt x="17951092" y="5806727"/>
                </a:cubicBezTo>
                <a:cubicBezTo>
                  <a:pt x="17873530" y="5900656"/>
                  <a:pt x="17771654" y="5947621"/>
                  <a:pt x="17645466" y="5947621"/>
                </a:cubicBezTo>
                <a:cubicBezTo>
                  <a:pt x="17564820" y="5947621"/>
                  <a:pt x="17489392" y="5920343"/>
                  <a:pt x="17419182" y="5865789"/>
                </a:cubicBezTo>
                <a:lnTo>
                  <a:pt x="17419182" y="5862231"/>
                </a:lnTo>
                <a:cubicBezTo>
                  <a:pt x="17478006" y="5905400"/>
                  <a:pt x="17551774" y="5926985"/>
                  <a:pt x="17640486" y="5926985"/>
                </a:cubicBezTo>
                <a:cubicBezTo>
                  <a:pt x="17759558" y="5926985"/>
                  <a:pt x="17857282" y="5882155"/>
                  <a:pt x="17933658" y="5792495"/>
                </a:cubicBezTo>
                <a:cubicBezTo>
                  <a:pt x="18010034" y="5702836"/>
                  <a:pt x="18048224" y="5588271"/>
                  <a:pt x="18048224" y="5448800"/>
                </a:cubicBezTo>
                <a:cubicBezTo>
                  <a:pt x="18048224" y="5344909"/>
                  <a:pt x="18030790" y="5254063"/>
                  <a:pt x="17995922" y="5176263"/>
                </a:cubicBezTo>
                <a:cubicBezTo>
                  <a:pt x="17961054" y="5098463"/>
                  <a:pt x="17911598" y="5040351"/>
                  <a:pt x="17847556" y="5001925"/>
                </a:cubicBezTo>
                <a:close/>
                <a:moveTo>
                  <a:pt x="7703432" y="4994098"/>
                </a:moveTo>
                <a:cubicBezTo>
                  <a:pt x="7771269" y="5026831"/>
                  <a:pt x="7824875" y="5082808"/>
                  <a:pt x="7864250" y="5162032"/>
                </a:cubicBezTo>
                <a:cubicBezTo>
                  <a:pt x="7903624" y="5241255"/>
                  <a:pt x="7923312" y="5332812"/>
                  <a:pt x="7923312" y="5436703"/>
                </a:cubicBezTo>
                <a:cubicBezTo>
                  <a:pt x="7923312" y="5589457"/>
                  <a:pt x="7884530" y="5712798"/>
                  <a:pt x="7806968" y="5806727"/>
                </a:cubicBezTo>
                <a:cubicBezTo>
                  <a:pt x="7729404" y="5900656"/>
                  <a:pt x="7627529" y="5947621"/>
                  <a:pt x="7501342" y="5947621"/>
                </a:cubicBezTo>
                <a:cubicBezTo>
                  <a:pt x="7420696" y="5947621"/>
                  <a:pt x="7345267" y="5920343"/>
                  <a:pt x="7275058" y="5865789"/>
                </a:cubicBezTo>
                <a:lnTo>
                  <a:pt x="7275058" y="5862231"/>
                </a:lnTo>
                <a:cubicBezTo>
                  <a:pt x="7333882" y="5905400"/>
                  <a:pt x="7407650" y="5926985"/>
                  <a:pt x="7496361" y="5926985"/>
                </a:cubicBezTo>
                <a:cubicBezTo>
                  <a:pt x="7615432" y="5926985"/>
                  <a:pt x="7713157" y="5882155"/>
                  <a:pt x="7789533" y="5792495"/>
                </a:cubicBezTo>
                <a:cubicBezTo>
                  <a:pt x="7865911" y="5702836"/>
                  <a:pt x="7904099" y="5588271"/>
                  <a:pt x="7904099" y="5448800"/>
                </a:cubicBezTo>
                <a:cubicBezTo>
                  <a:pt x="7904099" y="5344909"/>
                  <a:pt x="7886665" y="5254063"/>
                  <a:pt x="7851797" y="5176263"/>
                </a:cubicBezTo>
                <a:cubicBezTo>
                  <a:pt x="7816929" y="5098463"/>
                  <a:pt x="7767474" y="5040351"/>
                  <a:pt x="7703432" y="5001925"/>
                </a:cubicBezTo>
                <a:close/>
                <a:moveTo>
                  <a:pt x="17140428" y="4993386"/>
                </a:moveTo>
                <a:lnTo>
                  <a:pt x="17152524" y="5007618"/>
                </a:lnTo>
                <a:lnTo>
                  <a:pt x="17079942" y="5079488"/>
                </a:lnTo>
                <a:lnTo>
                  <a:pt x="17079942" y="5804592"/>
                </a:lnTo>
                <a:lnTo>
                  <a:pt x="17199488" y="5938370"/>
                </a:lnTo>
                <a:lnTo>
                  <a:pt x="16829464" y="5938370"/>
                </a:lnTo>
                <a:lnTo>
                  <a:pt x="16811676" y="5919157"/>
                </a:lnTo>
                <a:lnTo>
                  <a:pt x="17157506" y="5919157"/>
                </a:lnTo>
                <a:lnTo>
                  <a:pt x="17060018" y="5811708"/>
                </a:lnTo>
                <a:lnTo>
                  <a:pt x="17060018" y="5073083"/>
                </a:lnTo>
                <a:close/>
                <a:moveTo>
                  <a:pt x="13533573" y="4990540"/>
                </a:moveTo>
                <a:lnTo>
                  <a:pt x="13453164" y="5068814"/>
                </a:lnTo>
                <a:lnTo>
                  <a:pt x="13453164" y="5602502"/>
                </a:lnTo>
                <a:cubicBezTo>
                  <a:pt x="13453164" y="5667019"/>
                  <a:pt x="13460754" y="5714695"/>
                  <a:pt x="13475935" y="5745531"/>
                </a:cubicBezTo>
                <a:cubicBezTo>
                  <a:pt x="13491115" y="5776366"/>
                  <a:pt x="13518630" y="5799848"/>
                  <a:pt x="13558479" y="5815978"/>
                </a:cubicBezTo>
                <a:lnTo>
                  <a:pt x="13557055" y="5809573"/>
                </a:lnTo>
                <a:cubicBezTo>
                  <a:pt x="13526694" y="5783956"/>
                  <a:pt x="13506059" y="5762134"/>
                  <a:pt x="13495148" y="5744108"/>
                </a:cubicBezTo>
                <a:lnTo>
                  <a:pt x="13473088" y="5653736"/>
                </a:lnTo>
                <a:lnTo>
                  <a:pt x="13473800" y="5604637"/>
                </a:lnTo>
                <a:lnTo>
                  <a:pt x="13473800" y="5075930"/>
                </a:lnTo>
                <a:lnTo>
                  <a:pt x="13543535" y="5005483"/>
                </a:lnTo>
                <a:close/>
                <a:moveTo>
                  <a:pt x="8313873" y="4990540"/>
                </a:moveTo>
                <a:lnTo>
                  <a:pt x="8323836" y="5005483"/>
                </a:lnTo>
                <a:lnTo>
                  <a:pt x="8254100" y="5075930"/>
                </a:lnTo>
                <a:lnTo>
                  <a:pt x="8254100" y="5604637"/>
                </a:lnTo>
                <a:lnTo>
                  <a:pt x="8253389" y="5653736"/>
                </a:lnTo>
                <a:lnTo>
                  <a:pt x="8275448" y="5744108"/>
                </a:lnTo>
                <a:cubicBezTo>
                  <a:pt x="8286359" y="5762134"/>
                  <a:pt x="8306995" y="5783956"/>
                  <a:pt x="8337356" y="5809573"/>
                </a:cubicBezTo>
                <a:lnTo>
                  <a:pt x="8338779" y="5815978"/>
                </a:lnTo>
                <a:cubicBezTo>
                  <a:pt x="8298930" y="5799848"/>
                  <a:pt x="8271415" y="5776366"/>
                  <a:pt x="8256236" y="5745531"/>
                </a:cubicBezTo>
                <a:cubicBezTo>
                  <a:pt x="8241055" y="5714695"/>
                  <a:pt x="8233464" y="5667019"/>
                  <a:pt x="8233464" y="5602502"/>
                </a:cubicBezTo>
                <a:lnTo>
                  <a:pt x="8233464" y="5068814"/>
                </a:lnTo>
                <a:close/>
                <a:moveTo>
                  <a:pt x="18131930" y="4967057"/>
                </a:moveTo>
                <a:lnTo>
                  <a:pt x="18491992" y="4967057"/>
                </a:lnTo>
                <a:lnTo>
                  <a:pt x="18390946" y="5034658"/>
                </a:lnTo>
                <a:lnTo>
                  <a:pt x="18735354" y="5706394"/>
                </a:lnTo>
                <a:lnTo>
                  <a:pt x="18735354" y="5621004"/>
                </a:lnTo>
                <a:lnTo>
                  <a:pt x="18440046" y="5046043"/>
                </a:lnTo>
                <a:lnTo>
                  <a:pt x="18539668" y="4978443"/>
                </a:lnTo>
                <a:lnTo>
                  <a:pt x="18553188" y="4991963"/>
                </a:lnTo>
                <a:lnTo>
                  <a:pt x="18464952" y="5051736"/>
                </a:lnTo>
                <a:lnTo>
                  <a:pt x="18735354" y="5582578"/>
                </a:lnTo>
                <a:lnTo>
                  <a:pt x="18735354" y="5250268"/>
                </a:lnTo>
                <a:lnTo>
                  <a:pt x="18735354" y="5212554"/>
                </a:lnTo>
                <a:cubicBezTo>
                  <a:pt x="18735354" y="5130010"/>
                  <a:pt x="18728594" y="5074862"/>
                  <a:pt x="18715074" y="5047111"/>
                </a:cubicBezTo>
                <a:cubicBezTo>
                  <a:pt x="18701554" y="5019359"/>
                  <a:pt x="18668228" y="4992674"/>
                  <a:pt x="18615096" y="4967057"/>
                </a:cubicBezTo>
                <a:lnTo>
                  <a:pt x="18938154" y="4967057"/>
                </a:lnTo>
                <a:cubicBezTo>
                  <a:pt x="18884074" y="4995046"/>
                  <a:pt x="18849206" y="5020663"/>
                  <a:pt x="18833552" y="5043909"/>
                </a:cubicBezTo>
                <a:cubicBezTo>
                  <a:pt x="18809832" y="5079962"/>
                  <a:pt x="18797972" y="5134280"/>
                  <a:pt x="18797972" y="5206861"/>
                </a:cubicBezTo>
                <a:lnTo>
                  <a:pt x="18797972" y="5253114"/>
                </a:lnTo>
                <a:lnTo>
                  <a:pt x="18797972" y="5880020"/>
                </a:lnTo>
                <a:lnTo>
                  <a:pt x="18677714" y="5880020"/>
                </a:lnTo>
                <a:lnTo>
                  <a:pt x="18341848" y="5228210"/>
                </a:lnTo>
                <a:lnTo>
                  <a:pt x="18341848" y="5614599"/>
                </a:lnTo>
                <a:lnTo>
                  <a:pt x="18341136" y="5646621"/>
                </a:lnTo>
                <a:lnTo>
                  <a:pt x="18349674" y="5749089"/>
                </a:lnTo>
                <a:cubicBezTo>
                  <a:pt x="18359162" y="5796528"/>
                  <a:pt x="18380748" y="5831633"/>
                  <a:pt x="18414428" y="5854403"/>
                </a:cubicBezTo>
                <a:lnTo>
                  <a:pt x="18420122" y="5859384"/>
                </a:lnTo>
                <a:cubicBezTo>
                  <a:pt x="18354656" y="5837562"/>
                  <a:pt x="18321922" y="5767590"/>
                  <a:pt x="18321922" y="5649467"/>
                </a:cubicBezTo>
                <a:lnTo>
                  <a:pt x="18322634" y="5582578"/>
                </a:lnTo>
                <a:lnTo>
                  <a:pt x="18322634" y="5193342"/>
                </a:lnTo>
                <a:lnTo>
                  <a:pt x="18284208" y="5118625"/>
                </a:lnTo>
                <a:lnTo>
                  <a:pt x="18284208" y="5528498"/>
                </a:lnTo>
                <a:cubicBezTo>
                  <a:pt x="18284208" y="5658480"/>
                  <a:pt x="18292748" y="5743633"/>
                  <a:pt x="18309826" y="5783956"/>
                </a:cubicBezTo>
                <a:cubicBezTo>
                  <a:pt x="18326904" y="5824280"/>
                  <a:pt x="18366990" y="5853692"/>
                  <a:pt x="18430084" y="5872193"/>
                </a:cubicBezTo>
                <a:lnTo>
                  <a:pt x="18491992" y="5938370"/>
                </a:lnTo>
                <a:lnTo>
                  <a:pt x="18106312" y="5938370"/>
                </a:lnTo>
                <a:lnTo>
                  <a:pt x="18094928" y="5919157"/>
                </a:lnTo>
                <a:lnTo>
                  <a:pt x="18451432" y="5919157"/>
                </a:lnTo>
                <a:lnTo>
                  <a:pt x="18414428" y="5880020"/>
                </a:lnTo>
                <a:lnTo>
                  <a:pt x="18082830" y="5880020"/>
                </a:lnTo>
                <a:cubicBezTo>
                  <a:pt x="18140706" y="5859147"/>
                  <a:pt x="18179132" y="5831158"/>
                  <a:pt x="18198106" y="5796053"/>
                </a:cubicBezTo>
                <a:cubicBezTo>
                  <a:pt x="18217082" y="5760948"/>
                  <a:pt x="18226570" y="5700701"/>
                  <a:pt x="18226570" y="5615311"/>
                </a:cubicBezTo>
                <a:lnTo>
                  <a:pt x="18226570" y="5046043"/>
                </a:lnTo>
                <a:close/>
                <a:moveTo>
                  <a:pt x="16783212" y="4967057"/>
                </a:moveTo>
                <a:lnTo>
                  <a:pt x="17120504" y="4967057"/>
                </a:lnTo>
                <a:lnTo>
                  <a:pt x="17025150" y="5063833"/>
                </a:lnTo>
                <a:lnTo>
                  <a:pt x="17025150" y="5804592"/>
                </a:lnTo>
                <a:lnTo>
                  <a:pt x="17114810" y="5880020"/>
                </a:lnTo>
                <a:lnTo>
                  <a:pt x="16783212" y="5880020"/>
                </a:lnTo>
                <a:lnTo>
                  <a:pt x="16882122" y="5798188"/>
                </a:lnTo>
                <a:lnTo>
                  <a:pt x="16882122" y="5056005"/>
                </a:lnTo>
                <a:close/>
                <a:moveTo>
                  <a:pt x="15881681" y="4967057"/>
                </a:moveTo>
                <a:lnTo>
                  <a:pt x="15885950" y="4974173"/>
                </a:lnTo>
                <a:cubicBezTo>
                  <a:pt x="15928646" y="5055294"/>
                  <a:pt x="15960192" y="5128824"/>
                  <a:pt x="15980591" y="5194764"/>
                </a:cubicBezTo>
                <a:lnTo>
                  <a:pt x="15989130" y="5194764"/>
                </a:lnTo>
                <a:cubicBezTo>
                  <a:pt x="15991977" y="5135466"/>
                  <a:pt x="16006920" y="5093364"/>
                  <a:pt x="16033960" y="5068458"/>
                </a:cubicBezTo>
                <a:cubicBezTo>
                  <a:pt x="16061000" y="5043553"/>
                  <a:pt x="16105118" y="5031100"/>
                  <a:pt x="16166315" y="5031100"/>
                </a:cubicBezTo>
                <a:cubicBezTo>
                  <a:pt x="16188137" y="5031100"/>
                  <a:pt x="16211145" y="5032523"/>
                  <a:pt x="16235338" y="5035370"/>
                </a:cubicBezTo>
                <a:lnTo>
                  <a:pt x="16235338" y="5070237"/>
                </a:lnTo>
                <a:lnTo>
                  <a:pt x="16227511" y="5070237"/>
                </a:lnTo>
                <a:lnTo>
                  <a:pt x="16184816" y="5069526"/>
                </a:lnTo>
                <a:cubicBezTo>
                  <a:pt x="16130736" y="5069526"/>
                  <a:pt x="16091954" y="5080437"/>
                  <a:pt x="16068472" y="5102258"/>
                </a:cubicBezTo>
                <a:cubicBezTo>
                  <a:pt x="16044990" y="5124080"/>
                  <a:pt x="16030639" y="5162743"/>
                  <a:pt x="16025421" y="5218247"/>
                </a:cubicBezTo>
                <a:lnTo>
                  <a:pt x="16043922" y="5218247"/>
                </a:lnTo>
                <a:cubicBezTo>
                  <a:pt x="16047717" y="5169859"/>
                  <a:pt x="16059933" y="5136059"/>
                  <a:pt x="16080569" y="5116846"/>
                </a:cubicBezTo>
                <a:cubicBezTo>
                  <a:pt x="16101205" y="5097633"/>
                  <a:pt x="16135954" y="5088027"/>
                  <a:pt x="16184816" y="5088027"/>
                </a:cubicBezTo>
                <a:lnTo>
                  <a:pt x="16235338" y="5088738"/>
                </a:lnTo>
                <a:lnTo>
                  <a:pt x="16235338" y="5796765"/>
                </a:lnTo>
                <a:lnTo>
                  <a:pt x="16135717" y="5880020"/>
                </a:lnTo>
                <a:lnTo>
                  <a:pt x="16460911" y="5880020"/>
                </a:lnTo>
                <a:lnTo>
                  <a:pt x="16376944" y="5802458"/>
                </a:lnTo>
                <a:lnTo>
                  <a:pt x="16376944" y="5031100"/>
                </a:lnTo>
                <a:lnTo>
                  <a:pt x="16385483" y="5031100"/>
                </a:lnTo>
                <a:cubicBezTo>
                  <a:pt x="16406830" y="5029202"/>
                  <a:pt x="16428178" y="5028254"/>
                  <a:pt x="16449525" y="5028254"/>
                </a:cubicBezTo>
                <a:cubicBezTo>
                  <a:pt x="16501708" y="5028254"/>
                  <a:pt x="16540490" y="5038690"/>
                  <a:pt x="16565869" y="5059563"/>
                </a:cubicBezTo>
                <a:cubicBezTo>
                  <a:pt x="16591249" y="5080437"/>
                  <a:pt x="16610818" y="5117913"/>
                  <a:pt x="16624575" y="5171994"/>
                </a:cubicBezTo>
                <a:lnTo>
                  <a:pt x="16626710" y="5181244"/>
                </a:lnTo>
                <a:lnTo>
                  <a:pt x="16633826" y="5186225"/>
                </a:lnTo>
                <a:lnTo>
                  <a:pt x="16635249" y="5182668"/>
                </a:lnTo>
                <a:cubicBezTo>
                  <a:pt x="16649481" y="5137126"/>
                  <a:pt x="16664898" y="5099175"/>
                  <a:pt x="16681502" y="5068814"/>
                </a:cubicBezTo>
                <a:lnTo>
                  <a:pt x="16729890" y="4983424"/>
                </a:lnTo>
                <a:cubicBezTo>
                  <a:pt x="16731313" y="4980578"/>
                  <a:pt x="16734159" y="4975122"/>
                  <a:pt x="16738429" y="4967057"/>
                </a:cubicBezTo>
                <a:close/>
                <a:moveTo>
                  <a:pt x="15180524" y="4967057"/>
                </a:moveTo>
                <a:lnTo>
                  <a:pt x="15255952" y="5048178"/>
                </a:lnTo>
                <a:lnTo>
                  <a:pt x="15159176" y="5314311"/>
                </a:lnTo>
                <a:cubicBezTo>
                  <a:pt x="15135931" y="5292489"/>
                  <a:pt x="15111737" y="5273276"/>
                  <a:pt x="15086595" y="5256672"/>
                </a:cubicBezTo>
                <a:lnTo>
                  <a:pt x="15075209" y="5272327"/>
                </a:lnTo>
                <a:lnTo>
                  <a:pt x="15081614" y="5277308"/>
                </a:lnTo>
                <a:cubicBezTo>
                  <a:pt x="15097743" y="5290117"/>
                  <a:pt x="15117667" y="5306958"/>
                  <a:pt x="15141387" y="5327831"/>
                </a:cubicBezTo>
                <a:lnTo>
                  <a:pt x="15149926" y="5334947"/>
                </a:lnTo>
                <a:lnTo>
                  <a:pt x="15137117" y="5366257"/>
                </a:lnTo>
                <a:cubicBezTo>
                  <a:pt x="15121937" y="5355345"/>
                  <a:pt x="15108891" y="5344672"/>
                  <a:pt x="15097980" y="5334235"/>
                </a:cubicBezTo>
                <a:lnTo>
                  <a:pt x="15065959" y="5304348"/>
                </a:lnTo>
                <a:cubicBezTo>
                  <a:pt x="15064535" y="5302925"/>
                  <a:pt x="15060503" y="5299130"/>
                  <a:pt x="15053862" y="5292963"/>
                </a:cubicBezTo>
                <a:cubicBezTo>
                  <a:pt x="15039630" y="5335184"/>
                  <a:pt x="15019468" y="5375744"/>
                  <a:pt x="14993377" y="5414644"/>
                </a:cubicBezTo>
                <a:cubicBezTo>
                  <a:pt x="15040816" y="5419388"/>
                  <a:pt x="15077107" y="5432434"/>
                  <a:pt x="15102249" y="5453781"/>
                </a:cubicBezTo>
                <a:lnTo>
                  <a:pt x="15099403" y="5463743"/>
                </a:lnTo>
                <a:cubicBezTo>
                  <a:pt x="15060503" y="5587559"/>
                  <a:pt x="15021247" y="5679116"/>
                  <a:pt x="14981636" y="5738415"/>
                </a:cubicBezTo>
                <a:cubicBezTo>
                  <a:pt x="14951927" y="5782889"/>
                  <a:pt x="14914280" y="5820559"/>
                  <a:pt x="14868694" y="5851423"/>
                </a:cubicBezTo>
                <a:lnTo>
                  <a:pt x="14858967" y="5857191"/>
                </a:lnTo>
                <a:lnTo>
                  <a:pt x="14834067" y="5821715"/>
                </a:lnTo>
                <a:cubicBezTo>
                  <a:pt x="14803291" y="5775195"/>
                  <a:pt x="14775983" y="5725606"/>
                  <a:pt x="14752145" y="5672949"/>
                </a:cubicBezTo>
                <a:lnTo>
                  <a:pt x="14747164" y="5660852"/>
                </a:lnTo>
                <a:lnTo>
                  <a:pt x="14724393" y="5652313"/>
                </a:lnTo>
                <a:lnTo>
                  <a:pt x="14727240" y="5660141"/>
                </a:lnTo>
                <a:cubicBezTo>
                  <a:pt x="14750722" y="5719202"/>
                  <a:pt x="14780075" y="5774128"/>
                  <a:pt x="14815298" y="5824917"/>
                </a:cubicBezTo>
                <a:lnTo>
                  <a:pt x="14845564" y="5865138"/>
                </a:lnTo>
                <a:lnTo>
                  <a:pt x="14820462" y="5880020"/>
                </a:lnTo>
                <a:lnTo>
                  <a:pt x="14849858" y="5880020"/>
                </a:lnTo>
                <a:lnTo>
                  <a:pt x="14831843" y="5919157"/>
                </a:lnTo>
                <a:lnTo>
                  <a:pt x="14078986" y="5919157"/>
                </a:lnTo>
                <a:lnTo>
                  <a:pt x="14096776" y="5938370"/>
                </a:lnTo>
                <a:lnTo>
                  <a:pt x="14839670" y="5938370"/>
                </a:lnTo>
                <a:lnTo>
                  <a:pt x="14868845" y="5880020"/>
                </a:lnTo>
                <a:lnTo>
                  <a:pt x="15176254" y="5880020"/>
                </a:lnTo>
                <a:cubicBezTo>
                  <a:pt x="15170562" y="5873853"/>
                  <a:pt x="15166292" y="5869347"/>
                  <a:pt x="15163446" y="5866500"/>
                </a:cubicBezTo>
                <a:cubicBezTo>
                  <a:pt x="15134508" y="5836139"/>
                  <a:pt x="15115532" y="5812183"/>
                  <a:pt x="15106519" y="5794630"/>
                </a:cubicBezTo>
                <a:cubicBezTo>
                  <a:pt x="15097506" y="5777078"/>
                  <a:pt x="15092999" y="5755019"/>
                  <a:pt x="15092999" y="5728453"/>
                </a:cubicBezTo>
                <a:cubicBezTo>
                  <a:pt x="15092999" y="5702836"/>
                  <a:pt x="15099403" y="5670577"/>
                  <a:pt x="15112212" y="5631677"/>
                </a:cubicBezTo>
                <a:lnTo>
                  <a:pt x="15135694" y="5559096"/>
                </a:lnTo>
                <a:cubicBezTo>
                  <a:pt x="15145182" y="5529684"/>
                  <a:pt x="15153009" y="5507387"/>
                  <a:pt x="15159176" y="5492207"/>
                </a:cubicBezTo>
                <a:lnTo>
                  <a:pt x="15190486" y="5524940"/>
                </a:lnTo>
                <a:cubicBezTo>
                  <a:pt x="15151112" y="5620766"/>
                  <a:pt x="15131424" y="5692874"/>
                  <a:pt x="15131424" y="5741261"/>
                </a:cubicBezTo>
                <a:cubicBezTo>
                  <a:pt x="15131424" y="5769725"/>
                  <a:pt x="15136287" y="5794512"/>
                  <a:pt x="15146012" y="5815622"/>
                </a:cubicBezTo>
                <a:cubicBezTo>
                  <a:pt x="15155737" y="5836732"/>
                  <a:pt x="15176254" y="5866263"/>
                  <a:pt x="15207564" y="5904214"/>
                </a:cubicBezTo>
                <a:lnTo>
                  <a:pt x="15219661" y="5919157"/>
                </a:lnTo>
                <a:lnTo>
                  <a:pt x="14857464" y="5919157"/>
                </a:lnTo>
                <a:lnTo>
                  <a:pt x="14871696" y="5938370"/>
                </a:lnTo>
                <a:lnTo>
                  <a:pt x="15255952" y="5938370"/>
                </a:lnTo>
                <a:cubicBezTo>
                  <a:pt x="15248836" y="5929357"/>
                  <a:pt x="15243618" y="5922715"/>
                  <a:pt x="15240297" y="5918446"/>
                </a:cubicBezTo>
                <a:cubicBezTo>
                  <a:pt x="15201397" y="5870058"/>
                  <a:pt x="15176847" y="5835546"/>
                  <a:pt x="15166648" y="5814910"/>
                </a:cubicBezTo>
                <a:cubicBezTo>
                  <a:pt x="15156448" y="5794274"/>
                  <a:pt x="15151349" y="5769013"/>
                  <a:pt x="15151349" y="5739127"/>
                </a:cubicBezTo>
                <a:cubicBezTo>
                  <a:pt x="15151349" y="5688367"/>
                  <a:pt x="15169613" y="5622427"/>
                  <a:pt x="15206141" y="5541306"/>
                </a:cubicBezTo>
                <a:lnTo>
                  <a:pt x="15213257" y="5549845"/>
                </a:lnTo>
                <a:cubicBezTo>
                  <a:pt x="15251682" y="5600130"/>
                  <a:pt x="15283229" y="5644960"/>
                  <a:pt x="15307897" y="5684335"/>
                </a:cubicBezTo>
                <a:lnTo>
                  <a:pt x="15320706" y="5704971"/>
                </a:lnTo>
                <a:cubicBezTo>
                  <a:pt x="15357708" y="5642825"/>
                  <a:pt x="15404436" y="5588271"/>
                  <a:pt x="15460888" y="5541306"/>
                </a:cubicBezTo>
                <a:lnTo>
                  <a:pt x="15474408" y="5572616"/>
                </a:lnTo>
                <a:lnTo>
                  <a:pt x="15468715" y="5579732"/>
                </a:lnTo>
                <a:cubicBezTo>
                  <a:pt x="15413212" y="5637133"/>
                  <a:pt x="15371466" y="5689078"/>
                  <a:pt x="15343477" y="5735569"/>
                </a:cubicBezTo>
                <a:lnTo>
                  <a:pt x="15359843" y="5739838"/>
                </a:lnTo>
                <a:cubicBezTo>
                  <a:pt x="15387832" y="5692399"/>
                  <a:pt x="15427918" y="5642351"/>
                  <a:pt x="15480101" y="5589694"/>
                </a:cubicBezTo>
                <a:lnTo>
                  <a:pt x="15559087" y="5797476"/>
                </a:lnTo>
                <a:lnTo>
                  <a:pt x="15460888" y="5880020"/>
                </a:lnTo>
                <a:lnTo>
                  <a:pt x="15820238" y="5880020"/>
                </a:lnTo>
                <a:lnTo>
                  <a:pt x="15713501" y="5797476"/>
                </a:lnTo>
                <a:lnTo>
                  <a:pt x="15584704" y="5448089"/>
                </a:lnTo>
                <a:cubicBezTo>
                  <a:pt x="15605577" y="5433857"/>
                  <a:pt x="15638547" y="5426741"/>
                  <a:pt x="15683614" y="5426741"/>
                </a:cubicBezTo>
                <a:cubicBezTo>
                  <a:pt x="15689781" y="5426741"/>
                  <a:pt x="15699743" y="5427215"/>
                  <a:pt x="15713501" y="5428164"/>
                </a:cubicBezTo>
                <a:cubicBezTo>
                  <a:pt x="15687883" y="5385469"/>
                  <a:pt x="15668908" y="5337081"/>
                  <a:pt x="15656574" y="5283001"/>
                </a:cubicBezTo>
                <a:cubicBezTo>
                  <a:pt x="15652779" y="5287745"/>
                  <a:pt x="15643765" y="5295809"/>
                  <a:pt x="15629534" y="5307195"/>
                </a:cubicBezTo>
                <a:lnTo>
                  <a:pt x="15606051" y="5327119"/>
                </a:lnTo>
                <a:cubicBezTo>
                  <a:pt x="15605102" y="5328069"/>
                  <a:pt x="15601782" y="5330677"/>
                  <a:pt x="15596089" y="5334947"/>
                </a:cubicBezTo>
                <a:lnTo>
                  <a:pt x="15496467" y="5069526"/>
                </a:lnTo>
                <a:lnTo>
                  <a:pt x="15568337" y="4986270"/>
                </a:lnTo>
                <a:lnTo>
                  <a:pt x="15549836" y="4978443"/>
                </a:lnTo>
                <a:lnTo>
                  <a:pt x="15474408" y="5065256"/>
                </a:lnTo>
                <a:lnTo>
                  <a:pt x="15579723" y="5345620"/>
                </a:lnTo>
                <a:lnTo>
                  <a:pt x="15551259" y="5361275"/>
                </a:lnTo>
                <a:lnTo>
                  <a:pt x="15434559" y="5051024"/>
                </a:lnTo>
                <a:lnTo>
                  <a:pt x="15508564" y="4967057"/>
                </a:lnTo>
                <a:close/>
                <a:moveTo>
                  <a:pt x="14059062" y="4967057"/>
                </a:moveTo>
                <a:lnTo>
                  <a:pt x="14157261" y="5057429"/>
                </a:lnTo>
                <a:lnTo>
                  <a:pt x="14157261" y="5799611"/>
                </a:lnTo>
                <a:lnTo>
                  <a:pt x="14059062" y="5880020"/>
                </a:lnTo>
                <a:lnTo>
                  <a:pt x="14801956" y="5880020"/>
                </a:lnTo>
                <a:cubicBezTo>
                  <a:pt x="14754992" y="5832581"/>
                  <a:pt x="14709213" y="5744108"/>
                  <a:pt x="14664620" y="5614599"/>
                </a:cubicBezTo>
                <a:cubicBezTo>
                  <a:pt x="14651337" y="5691450"/>
                  <a:pt x="14625365" y="5746598"/>
                  <a:pt x="14586702" y="5780043"/>
                </a:cubicBezTo>
                <a:cubicBezTo>
                  <a:pt x="14548039" y="5813487"/>
                  <a:pt x="14490994" y="5830209"/>
                  <a:pt x="14415566" y="5830209"/>
                </a:cubicBezTo>
                <a:cubicBezTo>
                  <a:pt x="14396116" y="5830209"/>
                  <a:pt x="14375717" y="5829261"/>
                  <a:pt x="14354370" y="5827363"/>
                </a:cubicBezTo>
                <a:lnTo>
                  <a:pt x="14354370" y="5080199"/>
                </a:lnTo>
                <a:lnTo>
                  <a:pt x="14423393" y="5009752"/>
                </a:lnTo>
                <a:lnTo>
                  <a:pt x="14413431" y="4994098"/>
                </a:lnTo>
                <a:lnTo>
                  <a:pt x="14336580" y="5071660"/>
                </a:lnTo>
                <a:lnTo>
                  <a:pt x="14336580" y="5827363"/>
                </a:lnTo>
                <a:lnTo>
                  <a:pt x="14330176" y="5827363"/>
                </a:lnTo>
                <a:lnTo>
                  <a:pt x="14304559" y="5825228"/>
                </a:lnTo>
                <a:lnTo>
                  <a:pt x="14298866" y="5825228"/>
                </a:lnTo>
                <a:lnTo>
                  <a:pt x="14298866" y="5064544"/>
                </a:lnTo>
                <a:lnTo>
                  <a:pt x="14399199" y="4967057"/>
                </a:lnTo>
                <a:close/>
                <a:moveTo>
                  <a:pt x="13177781" y="4967057"/>
                </a:moveTo>
                <a:lnTo>
                  <a:pt x="13274556" y="5053871"/>
                </a:lnTo>
                <a:lnTo>
                  <a:pt x="13274556" y="5526363"/>
                </a:lnTo>
                <a:cubicBezTo>
                  <a:pt x="13274556" y="5662038"/>
                  <a:pt x="13294244" y="5753833"/>
                  <a:pt x="13333618" y="5801746"/>
                </a:cubicBezTo>
                <a:cubicBezTo>
                  <a:pt x="13382954" y="5862468"/>
                  <a:pt x="13469768" y="5892829"/>
                  <a:pt x="13594058" y="5892829"/>
                </a:cubicBezTo>
                <a:cubicBezTo>
                  <a:pt x="13711706" y="5892829"/>
                  <a:pt x="13790929" y="5862468"/>
                  <a:pt x="13831727" y="5801746"/>
                </a:cubicBezTo>
                <a:cubicBezTo>
                  <a:pt x="13847856" y="5778027"/>
                  <a:pt x="13858649" y="5747666"/>
                  <a:pt x="13864104" y="5710663"/>
                </a:cubicBezTo>
                <a:cubicBezTo>
                  <a:pt x="13869560" y="5673661"/>
                  <a:pt x="13872287" y="5612939"/>
                  <a:pt x="13872287" y="5528498"/>
                </a:cubicBezTo>
                <a:lnTo>
                  <a:pt x="13872287" y="5068814"/>
                </a:lnTo>
                <a:lnTo>
                  <a:pt x="13999661" y="4967057"/>
                </a:lnTo>
                <a:lnTo>
                  <a:pt x="13696526" y="4967057"/>
                </a:lnTo>
                <a:lnTo>
                  <a:pt x="13807533" y="5068814"/>
                </a:lnTo>
                <a:lnTo>
                  <a:pt x="13804687" y="5529209"/>
                </a:lnTo>
                <a:cubicBezTo>
                  <a:pt x="13804687" y="5649230"/>
                  <a:pt x="13793064" y="5727504"/>
                  <a:pt x="13769819" y="5764032"/>
                </a:cubicBezTo>
                <a:cubicBezTo>
                  <a:pt x="13740881" y="5809099"/>
                  <a:pt x="13687987" y="5831633"/>
                  <a:pt x="13611136" y="5831633"/>
                </a:cubicBezTo>
                <a:cubicBezTo>
                  <a:pt x="13541401" y="5831633"/>
                  <a:pt x="13491827" y="5816808"/>
                  <a:pt x="13462415" y="5787159"/>
                </a:cubicBezTo>
                <a:cubicBezTo>
                  <a:pt x="13433003" y="5757509"/>
                  <a:pt x="13418296" y="5707342"/>
                  <a:pt x="13418296" y="5636658"/>
                </a:cubicBezTo>
                <a:lnTo>
                  <a:pt x="13416873" y="5527074"/>
                </a:lnTo>
                <a:lnTo>
                  <a:pt x="13416873" y="5061698"/>
                </a:lnTo>
                <a:lnTo>
                  <a:pt x="13513649" y="4967057"/>
                </a:lnTo>
                <a:close/>
                <a:moveTo>
                  <a:pt x="12128333" y="4967057"/>
                </a:moveTo>
                <a:lnTo>
                  <a:pt x="12222262" y="5055294"/>
                </a:lnTo>
                <a:lnTo>
                  <a:pt x="12222262" y="5643774"/>
                </a:lnTo>
                <a:cubicBezTo>
                  <a:pt x="12222262" y="5707817"/>
                  <a:pt x="12213842" y="5754663"/>
                  <a:pt x="12197001" y="5784312"/>
                </a:cubicBezTo>
                <a:cubicBezTo>
                  <a:pt x="12180160" y="5813962"/>
                  <a:pt x="12145411" y="5843255"/>
                  <a:pt x="12092754" y="5872193"/>
                </a:cubicBezTo>
                <a:lnTo>
                  <a:pt x="12077811" y="5880020"/>
                </a:lnTo>
                <a:lnTo>
                  <a:pt x="12395177" y="5880020"/>
                </a:lnTo>
                <a:lnTo>
                  <a:pt x="12421506" y="5919157"/>
                </a:lnTo>
                <a:lnTo>
                  <a:pt x="12086445" y="5919157"/>
                </a:lnTo>
                <a:lnTo>
                  <a:pt x="11984068" y="5804592"/>
                </a:lnTo>
                <a:lnTo>
                  <a:pt x="11984068" y="5079488"/>
                </a:lnTo>
                <a:lnTo>
                  <a:pt x="12056649" y="5007618"/>
                </a:lnTo>
                <a:lnTo>
                  <a:pt x="12044552" y="4993386"/>
                </a:lnTo>
                <a:lnTo>
                  <a:pt x="11964143" y="5073083"/>
                </a:lnTo>
                <a:lnTo>
                  <a:pt x="11964143" y="5811708"/>
                </a:lnTo>
                <a:lnTo>
                  <a:pt x="12061630" y="5919157"/>
                </a:lnTo>
                <a:lnTo>
                  <a:pt x="11715800" y="5919157"/>
                </a:lnTo>
                <a:lnTo>
                  <a:pt x="11733590" y="5938370"/>
                </a:lnTo>
                <a:lnTo>
                  <a:pt x="12084927" y="5938370"/>
                </a:lnTo>
                <a:lnTo>
                  <a:pt x="12103614" y="5938370"/>
                </a:lnTo>
                <a:lnTo>
                  <a:pt x="12457085" y="5938370"/>
                </a:lnTo>
                <a:lnTo>
                  <a:pt x="12393043" y="5857250"/>
                </a:lnTo>
                <a:cubicBezTo>
                  <a:pt x="12368374" y="5832107"/>
                  <a:pt x="12352720" y="5809099"/>
                  <a:pt x="12346078" y="5788226"/>
                </a:cubicBezTo>
                <a:cubicBezTo>
                  <a:pt x="12339437" y="5767353"/>
                  <a:pt x="12336116" y="5731774"/>
                  <a:pt x="12336116" y="5681488"/>
                </a:cubicBezTo>
                <a:lnTo>
                  <a:pt x="12336116" y="5305060"/>
                </a:lnTo>
                <a:lnTo>
                  <a:pt x="12531090" y="5879309"/>
                </a:lnTo>
                <a:lnTo>
                  <a:pt x="12580901" y="5879309"/>
                </a:lnTo>
                <a:lnTo>
                  <a:pt x="12845610" y="5148511"/>
                </a:lnTo>
                <a:lnTo>
                  <a:pt x="12845610" y="5257384"/>
                </a:lnTo>
                <a:lnTo>
                  <a:pt x="12607941" y="5919157"/>
                </a:lnTo>
                <a:lnTo>
                  <a:pt x="12546033" y="5919157"/>
                </a:lnTo>
                <a:lnTo>
                  <a:pt x="12551726" y="5938370"/>
                </a:lnTo>
                <a:lnTo>
                  <a:pt x="12620038" y="5938370"/>
                </a:lnTo>
                <a:lnTo>
                  <a:pt x="12845610" y="5317869"/>
                </a:lnTo>
                <a:lnTo>
                  <a:pt x="12845610" y="5796765"/>
                </a:lnTo>
                <a:lnTo>
                  <a:pt x="12746700" y="5880020"/>
                </a:lnTo>
                <a:lnTo>
                  <a:pt x="13074029" y="5880020"/>
                </a:lnTo>
                <a:lnTo>
                  <a:pt x="12986504" y="5796765"/>
                </a:lnTo>
                <a:lnTo>
                  <a:pt x="12986504" y="5065968"/>
                </a:lnTo>
                <a:lnTo>
                  <a:pt x="13083991" y="4967057"/>
                </a:lnTo>
                <a:lnTo>
                  <a:pt x="12723218" y="4967057"/>
                </a:lnTo>
                <a:lnTo>
                  <a:pt x="12810031" y="5060275"/>
                </a:lnTo>
                <a:lnTo>
                  <a:pt x="12626442" y="5567635"/>
                </a:lnTo>
                <a:lnTo>
                  <a:pt x="12457085" y="5071660"/>
                </a:lnTo>
                <a:lnTo>
                  <a:pt x="12546033" y="5009041"/>
                </a:lnTo>
                <a:lnTo>
                  <a:pt x="12531090" y="4996944"/>
                </a:lnTo>
                <a:lnTo>
                  <a:pt x="12437873" y="5065968"/>
                </a:lnTo>
                <a:lnTo>
                  <a:pt x="12620038" y="5593963"/>
                </a:lnTo>
                <a:lnTo>
                  <a:pt x="12594421" y="5655871"/>
                </a:lnTo>
                <a:lnTo>
                  <a:pt x="12393043" y="5060275"/>
                </a:lnTo>
                <a:lnTo>
                  <a:pt x="12496222" y="4967057"/>
                </a:lnTo>
                <a:close/>
                <a:moveTo>
                  <a:pt x="11687337" y="4967057"/>
                </a:moveTo>
                <a:lnTo>
                  <a:pt x="11786247" y="5056005"/>
                </a:lnTo>
                <a:lnTo>
                  <a:pt x="11786247" y="5798188"/>
                </a:lnTo>
                <a:lnTo>
                  <a:pt x="11687337" y="5880020"/>
                </a:lnTo>
                <a:lnTo>
                  <a:pt x="12018935" y="5880020"/>
                </a:lnTo>
                <a:lnTo>
                  <a:pt x="11929276" y="5804592"/>
                </a:lnTo>
                <a:lnTo>
                  <a:pt x="11929276" y="5063833"/>
                </a:lnTo>
                <a:lnTo>
                  <a:pt x="12024628" y="4967057"/>
                </a:lnTo>
                <a:close/>
                <a:moveTo>
                  <a:pt x="8835530" y="4967057"/>
                </a:moveTo>
                <a:lnTo>
                  <a:pt x="9195591" y="4967057"/>
                </a:lnTo>
                <a:lnTo>
                  <a:pt x="9094546" y="5034658"/>
                </a:lnTo>
                <a:lnTo>
                  <a:pt x="9438953" y="5706394"/>
                </a:lnTo>
                <a:lnTo>
                  <a:pt x="9438953" y="5621004"/>
                </a:lnTo>
                <a:lnTo>
                  <a:pt x="9143646" y="5046043"/>
                </a:lnTo>
                <a:lnTo>
                  <a:pt x="9243268" y="4978443"/>
                </a:lnTo>
                <a:lnTo>
                  <a:pt x="9256788" y="4991963"/>
                </a:lnTo>
                <a:lnTo>
                  <a:pt x="9168551" y="5051736"/>
                </a:lnTo>
                <a:lnTo>
                  <a:pt x="9438953" y="5582578"/>
                </a:lnTo>
                <a:lnTo>
                  <a:pt x="9438953" y="5250268"/>
                </a:lnTo>
                <a:lnTo>
                  <a:pt x="9438953" y="5212554"/>
                </a:lnTo>
                <a:cubicBezTo>
                  <a:pt x="9438953" y="5130010"/>
                  <a:pt x="9432193" y="5074862"/>
                  <a:pt x="9418673" y="5047111"/>
                </a:cubicBezTo>
                <a:cubicBezTo>
                  <a:pt x="9405153" y="5019359"/>
                  <a:pt x="9371827" y="4992674"/>
                  <a:pt x="9318695" y="4967057"/>
                </a:cubicBezTo>
                <a:lnTo>
                  <a:pt x="9623756" y="4967057"/>
                </a:lnTo>
                <a:lnTo>
                  <a:pt x="9641755" y="4967057"/>
                </a:lnTo>
                <a:lnTo>
                  <a:pt x="10480504" y="4967057"/>
                </a:lnTo>
                <a:cubicBezTo>
                  <a:pt x="10476234" y="4975122"/>
                  <a:pt x="10473388" y="4980578"/>
                  <a:pt x="10471965" y="4983424"/>
                </a:cubicBezTo>
                <a:lnTo>
                  <a:pt x="10423577" y="5068814"/>
                </a:lnTo>
                <a:cubicBezTo>
                  <a:pt x="10406973" y="5099175"/>
                  <a:pt x="10391556" y="5137126"/>
                  <a:pt x="10377324" y="5182668"/>
                </a:cubicBezTo>
                <a:lnTo>
                  <a:pt x="10375901" y="5186225"/>
                </a:lnTo>
                <a:lnTo>
                  <a:pt x="10368785" y="5181244"/>
                </a:lnTo>
                <a:lnTo>
                  <a:pt x="10366650" y="5171994"/>
                </a:lnTo>
                <a:cubicBezTo>
                  <a:pt x="10352893" y="5117913"/>
                  <a:pt x="10333324" y="5080437"/>
                  <a:pt x="10307944" y="5059563"/>
                </a:cubicBezTo>
                <a:cubicBezTo>
                  <a:pt x="10282565" y="5038690"/>
                  <a:pt x="10243783" y="5028254"/>
                  <a:pt x="10191600" y="5028254"/>
                </a:cubicBezTo>
                <a:cubicBezTo>
                  <a:pt x="10170253" y="5028254"/>
                  <a:pt x="10148905" y="5029202"/>
                  <a:pt x="10127558" y="5031100"/>
                </a:cubicBezTo>
                <a:lnTo>
                  <a:pt x="10119019" y="5031100"/>
                </a:lnTo>
                <a:lnTo>
                  <a:pt x="10119019" y="5802458"/>
                </a:lnTo>
                <a:lnTo>
                  <a:pt x="10202986" y="5880020"/>
                </a:lnTo>
                <a:lnTo>
                  <a:pt x="9877792" y="5880020"/>
                </a:lnTo>
                <a:lnTo>
                  <a:pt x="9977413" y="5796765"/>
                </a:lnTo>
                <a:lnTo>
                  <a:pt x="9977413" y="5088738"/>
                </a:lnTo>
                <a:lnTo>
                  <a:pt x="9926891" y="5088027"/>
                </a:lnTo>
                <a:cubicBezTo>
                  <a:pt x="9878029" y="5088027"/>
                  <a:pt x="9843280" y="5097633"/>
                  <a:pt x="9822644" y="5116846"/>
                </a:cubicBezTo>
                <a:cubicBezTo>
                  <a:pt x="9802008" y="5136059"/>
                  <a:pt x="9789792" y="5169859"/>
                  <a:pt x="9785997" y="5218247"/>
                </a:cubicBezTo>
                <a:lnTo>
                  <a:pt x="9767496" y="5218247"/>
                </a:lnTo>
                <a:cubicBezTo>
                  <a:pt x="9772714" y="5162743"/>
                  <a:pt x="9787065" y="5124080"/>
                  <a:pt x="9810547" y="5102258"/>
                </a:cubicBezTo>
                <a:cubicBezTo>
                  <a:pt x="9834029" y="5080437"/>
                  <a:pt x="9872811" y="5069526"/>
                  <a:pt x="9926891" y="5069526"/>
                </a:cubicBezTo>
                <a:lnTo>
                  <a:pt x="9969586" y="5070237"/>
                </a:lnTo>
                <a:lnTo>
                  <a:pt x="9977413" y="5070237"/>
                </a:lnTo>
                <a:lnTo>
                  <a:pt x="9977413" y="5035370"/>
                </a:lnTo>
                <a:cubicBezTo>
                  <a:pt x="9953220" y="5032523"/>
                  <a:pt x="9930212" y="5031100"/>
                  <a:pt x="9908390" y="5031100"/>
                </a:cubicBezTo>
                <a:cubicBezTo>
                  <a:pt x="9847193" y="5031100"/>
                  <a:pt x="9803075" y="5043553"/>
                  <a:pt x="9776035" y="5068458"/>
                </a:cubicBezTo>
                <a:cubicBezTo>
                  <a:pt x="9748995" y="5093364"/>
                  <a:pt x="9734052" y="5135466"/>
                  <a:pt x="9731205" y="5194764"/>
                </a:cubicBezTo>
                <a:lnTo>
                  <a:pt x="9722666" y="5194764"/>
                </a:lnTo>
                <a:cubicBezTo>
                  <a:pt x="9712467" y="5161794"/>
                  <a:pt x="9699480" y="5126927"/>
                  <a:pt x="9683707" y="5090162"/>
                </a:cubicBezTo>
                <a:lnTo>
                  <a:pt x="9658120" y="5033949"/>
                </a:lnTo>
                <a:lnTo>
                  <a:pt x="9653852" y="5041062"/>
                </a:lnTo>
                <a:cubicBezTo>
                  <a:pt x="9617324" y="5049601"/>
                  <a:pt x="9592537" y="5065375"/>
                  <a:pt x="9579491" y="5088383"/>
                </a:cubicBezTo>
                <a:cubicBezTo>
                  <a:pt x="9566445" y="5111390"/>
                  <a:pt x="9559923" y="5150172"/>
                  <a:pt x="9559923" y="5204727"/>
                </a:cubicBezTo>
                <a:lnTo>
                  <a:pt x="9559923" y="5938370"/>
                </a:lnTo>
                <a:lnTo>
                  <a:pt x="9406932" y="5938370"/>
                </a:lnTo>
                <a:lnTo>
                  <a:pt x="9397681" y="5919157"/>
                </a:lnTo>
                <a:lnTo>
                  <a:pt x="9540710" y="5919157"/>
                </a:lnTo>
                <a:lnTo>
                  <a:pt x="9540710" y="5211843"/>
                </a:lnTo>
                <a:cubicBezTo>
                  <a:pt x="9540710" y="5144954"/>
                  <a:pt x="9549367" y="5098345"/>
                  <a:pt x="9566683" y="5072016"/>
                </a:cubicBezTo>
                <a:cubicBezTo>
                  <a:pt x="9579669" y="5052270"/>
                  <a:pt x="9601661" y="5037527"/>
                  <a:pt x="9632660" y="5027787"/>
                </a:cubicBezTo>
                <a:lnTo>
                  <a:pt x="9652643" y="5023043"/>
                </a:lnTo>
                <a:lnTo>
                  <a:pt x="9628473" y="4975062"/>
                </a:lnTo>
                <a:lnTo>
                  <a:pt x="9575044" y="5007262"/>
                </a:lnTo>
                <a:cubicBezTo>
                  <a:pt x="9557610" y="5020070"/>
                  <a:pt x="9544979" y="5032286"/>
                  <a:pt x="9537152" y="5043909"/>
                </a:cubicBezTo>
                <a:cubicBezTo>
                  <a:pt x="9513432" y="5079962"/>
                  <a:pt x="9501573" y="5134280"/>
                  <a:pt x="9501573" y="5206861"/>
                </a:cubicBezTo>
                <a:lnTo>
                  <a:pt x="9501573" y="5253114"/>
                </a:lnTo>
                <a:lnTo>
                  <a:pt x="9501573" y="5880020"/>
                </a:lnTo>
                <a:lnTo>
                  <a:pt x="9381315" y="5880020"/>
                </a:lnTo>
                <a:lnTo>
                  <a:pt x="9045447" y="5228210"/>
                </a:lnTo>
                <a:lnTo>
                  <a:pt x="9045447" y="5614599"/>
                </a:lnTo>
                <a:lnTo>
                  <a:pt x="9044735" y="5646621"/>
                </a:lnTo>
                <a:lnTo>
                  <a:pt x="9053274" y="5749089"/>
                </a:lnTo>
                <a:cubicBezTo>
                  <a:pt x="9062762" y="5796528"/>
                  <a:pt x="9084347" y="5831633"/>
                  <a:pt x="9118029" y="5854403"/>
                </a:cubicBezTo>
                <a:lnTo>
                  <a:pt x="9123721" y="5859384"/>
                </a:lnTo>
                <a:cubicBezTo>
                  <a:pt x="9058256" y="5837562"/>
                  <a:pt x="9025523" y="5767590"/>
                  <a:pt x="9025523" y="5649467"/>
                </a:cubicBezTo>
                <a:lnTo>
                  <a:pt x="9026234" y="5582578"/>
                </a:lnTo>
                <a:lnTo>
                  <a:pt x="9026234" y="5193342"/>
                </a:lnTo>
                <a:lnTo>
                  <a:pt x="8987809" y="5118625"/>
                </a:lnTo>
                <a:lnTo>
                  <a:pt x="8987809" y="5528498"/>
                </a:lnTo>
                <a:cubicBezTo>
                  <a:pt x="8987809" y="5658480"/>
                  <a:pt x="8996348" y="5743633"/>
                  <a:pt x="9013426" y="5783956"/>
                </a:cubicBezTo>
                <a:cubicBezTo>
                  <a:pt x="9030504" y="5824280"/>
                  <a:pt x="9070590" y="5853692"/>
                  <a:pt x="9133684" y="5872193"/>
                </a:cubicBezTo>
                <a:lnTo>
                  <a:pt x="9195591" y="5938370"/>
                </a:lnTo>
                <a:lnTo>
                  <a:pt x="8809913" y="5938370"/>
                </a:lnTo>
                <a:lnTo>
                  <a:pt x="8798527" y="5919157"/>
                </a:lnTo>
                <a:lnTo>
                  <a:pt x="9155031" y="5919157"/>
                </a:lnTo>
                <a:lnTo>
                  <a:pt x="9118029" y="5880020"/>
                </a:lnTo>
                <a:lnTo>
                  <a:pt x="8786430" y="5880020"/>
                </a:lnTo>
                <a:cubicBezTo>
                  <a:pt x="8844306" y="5859147"/>
                  <a:pt x="8882731" y="5831158"/>
                  <a:pt x="8901707" y="5796053"/>
                </a:cubicBezTo>
                <a:cubicBezTo>
                  <a:pt x="8920683" y="5760948"/>
                  <a:pt x="8930170" y="5700701"/>
                  <a:pt x="8930170" y="5615311"/>
                </a:cubicBezTo>
                <a:lnTo>
                  <a:pt x="8930170" y="5046043"/>
                </a:lnTo>
                <a:close/>
                <a:moveTo>
                  <a:pt x="7958082" y="4967057"/>
                </a:moveTo>
                <a:lnTo>
                  <a:pt x="8293949" y="4967057"/>
                </a:lnTo>
                <a:lnTo>
                  <a:pt x="8197174" y="5061698"/>
                </a:lnTo>
                <a:lnTo>
                  <a:pt x="8197174" y="5527074"/>
                </a:lnTo>
                <a:lnTo>
                  <a:pt x="8198597" y="5636658"/>
                </a:lnTo>
                <a:cubicBezTo>
                  <a:pt x="8198597" y="5707342"/>
                  <a:pt x="8213303" y="5757509"/>
                  <a:pt x="8242715" y="5787159"/>
                </a:cubicBezTo>
                <a:cubicBezTo>
                  <a:pt x="8272128" y="5816808"/>
                  <a:pt x="8321701" y="5831633"/>
                  <a:pt x="8391436" y="5831633"/>
                </a:cubicBezTo>
                <a:cubicBezTo>
                  <a:pt x="8468287" y="5831633"/>
                  <a:pt x="8521181" y="5809099"/>
                  <a:pt x="8550119" y="5764032"/>
                </a:cubicBezTo>
                <a:cubicBezTo>
                  <a:pt x="8573364" y="5727504"/>
                  <a:pt x="8584987" y="5649230"/>
                  <a:pt x="8584987" y="5529209"/>
                </a:cubicBezTo>
                <a:lnTo>
                  <a:pt x="8587833" y="5068814"/>
                </a:lnTo>
                <a:lnTo>
                  <a:pt x="8476826" y="4967057"/>
                </a:lnTo>
                <a:lnTo>
                  <a:pt x="8779961" y="4967057"/>
                </a:lnTo>
                <a:lnTo>
                  <a:pt x="8652587" y="5068814"/>
                </a:lnTo>
                <a:lnTo>
                  <a:pt x="8652587" y="5528498"/>
                </a:lnTo>
                <a:cubicBezTo>
                  <a:pt x="8652587" y="5612939"/>
                  <a:pt x="8649860" y="5673661"/>
                  <a:pt x="8644404" y="5710663"/>
                </a:cubicBezTo>
                <a:cubicBezTo>
                  <a:pt x="8638949" y="5747666"/>
                  <a:pt x="8628156" y="5778027"/>
                  <a:pt x="8612027" y="5801746"/>
                </a:cubicBezTo>
                <a:cubicBezTo>
                  <a:pt x="8571229" y="5862468"/>
                  <a:pt x="8492006" y="5892829"/>
                  <a:pt x="8374358" y="5892829"/>
                </a:cubicBezTo>
                <a:cubicBezTo>
                  <a:pt x="8250068" y="5892829"/>
                  <a:pt x="8163255" y="5862468"/>
                  <a:pt x="8113918" y="5801746"/>
                </a:cubicBezTo>
                <a:cubicBezTo>
                  <a:pt x="8074544" y="5753833"/>
                  <a:pt x="8054857" y="5662038"/>
                  <a:pt x="8054857" y="5526363"/>
                </a:cubicBezTo>
                <a:lnTo>
                  <a:pt x="8054857" y="5053871"/>
                </a:lnTo>
                <a:close/>
                <a:moveTo>
                  <a:pt x="4664924" y="4967057"/>
                </a:moveTo>
                <a:lnTo>
                  <a:pt x="4992964" y="4967057"/>
                </a:lnTo>
                <a:lnTo>
                  <a:pt x="4918960" y="5051024"/>
                </a:lnTo>
                <a:lnTo>
                  <a:pt x="5035660" y="5361275"/>
                </a:lnTo>
                <a:lnTo>
                  <a:pt x="5064123" y="5345620"/>
                </a:lnTo>
                <a:lnTo>
                  <a:pt x="4958809" y="5065256"/>
                </a:lnTo>
                <a:lnTo>
                  <a:pt x="5034236" y="4978443"/>
                </a:lnTo>
                <a:lnTo>
                  <a:pt x="5052738" y="4986270"/>
                </a:lnTo>
                <a:lnTo>
                  <a:pt x="4980867" y="5069526"/>
                </a:lnTo>
                <a:lnTo>
                  <a:pt x="5080490" y="5334947"/>
                </a:lnTo>
                <a:cubicBezTo>
                  <a:pt x="5086183" y="5330677"/>
                  <a:pt x="5089503" y="5328069"/>
                  <a:pt x="5090452" y="5327119"/>
                </a:cubicBezTo>
                <a:lnTo>
                  <a:pt x="5113934" y="5307195"/>
                </a:lnTo>
                <a:cubicBezTo>
                  <a:pt x="5128166" y="5295809"/>
                  <a:pt x="5137179" y="5287745"/>
                  <a:pt x="5140974" y="5283001"/>
                </a:cubicBezTo>
                <a:cubicBezTo>
                  <a:pt x="5153308" y="5337081"/>
                  <a:pt x="5172284" y="5385469"/>
                  <a:pt x="5197901" y="5428164"/>
                </a:cubicBezTo>
                <a:cubicBezTo>
                  <a:pt x="5184144" y="5427215"/>
                  <a:pt x="5174181" y="5426741"/>
                  <a:pt x="5168015" y="5426741"/>
                </a:cubicBezTo>
                <a:cubicBezTo>
                  <a:pt x="5122948" y="5426741"/>
                  <a:pt x="5089977" y="5433857"/>
                  <a:pt x="5069104" y="5448089"/>
                </a:cubicBezTo>
                <a:lnTo>
                  <a:pt x="5197901" y="5797476"/>
                </a:lnTo>
                <a:lnTo>
                  <a:pt x="5304639" y="5880020"/>
                </a:lnTo>
                <a:lnTo>
                  <a:pt x="4945288" y="5880020"/>
                </a:lnTo>
                <a:lnTo>
                  <a:pt x="5043487" y="5797476"/>
                </a:lnTo>
                <a:lnTo>
                  <a:pt x="4964501" y="5589694"/>
                </a:lnTo>
                <a:cubicBezTo>
                  <a:pt x="4912318" y="5642351"/>
                  <a:pt x="4872232" y="5692399"/>
                  <a:pt x="4844243" y="5739838"/>
                </a:cubicBezTo>
                <a:lnTo>
                  <a:pt x="4827877" y="5735569"/>
                </a:lnTo>
                <a:cubicBezTo>
                  <a:pt x="4855866" y="5689078"/>
                  <a:pt x="4897613" y="5637133"/>
                  <a:pt x="4953116" y="5579732"/>
                </a:cubicBezTo>
                <a:lnTo>
                  <a:pt x="4958809" y="5572616"/>
                </a:lnTo>
                <a:lnTo>
                  <a:pt x="4945288" y="5541306"/>
                </a:lnTo>
                <a:cubicBezTo>
                  <a:pt x="4888836" y="5588271"/>
                  <a:pt x="4842109" y="5642825"/>
                  <a:pt x="4805107" y="5704971"/>
                </a:cubicBezTo>
                <a:lnTo>
                  <a:pt x="4792298" y="5684335"/>
                </a:lnTo>
                <a:cubicBezTo>
                  <a:pt x="4767629" y="5644960"/>
                  <a:pt x="4736082" y="5600130"/>
                  <a:pt x="4697657" y="5549845"/>
                </a:cubicBezTo>
                <a:lnTo>
                  <a:pt x="4690541" y="5541306"/>
                </a:lnTo>
                <a:cubicBezTo>
                  <a:pt x="4654013" y="5622427"/>
                  <a:pt x="4635750" y="5688367"/>
                  <a:pt x="4635750" y="5739127"/>
                </a:cubicBezTo>
                <a:cubicBezTo>
                  <a:pt x="4635750" y="5769013"/>
                  <a:pt x="4640849" y="5794274"/>
                  <a:pt x="4651048" y="5814910"/>
                </a:cubicBezTo>
                <a:cubicBezTo>
                  <a:pt x="4661248" y="5835546"/>
                  <a:pt x="4685798" y="5870058"/>
                  <a:pt x="4724698" y="5918446"/>
                </a:cubicBezTo>
                <a:cubicBezTo>
                  <a:pt x="4728018" y="5922715"/>
                  <a:pt x="4733237" y="5929357"/>
                  <a:pt x="4740352" y="5938370"/>
                </a:cubicBezTo>
                <a:lnTo>
                  <a:pt x="4356097" y="5938370"/>
                </a:lnTo>
                <a:lnTo>
                  <a:pt x="4341865" y="5919157"/>
                </a:lnTo>
                <a:lnTo>
                  <a:pt x="4704062" y="5919157"/>
                </a:lnTo>
                <a:lnTo>
                  <a:pt x="4691965" y="5904214"/>
                </a:lnTo>
                <a:cubicBezTo>
                  <a:pt x="4660655" y="5866263"/>
                  <a:pt x="4640138" y="5836732"/>
                  <a:pt x="4630412" y="5815622"/>
                </a:cubicBezTo>
                <a:cubicBezTo>
                  <a:pt x="4620688" y="5794512"/>
                  <a:pt x="4615825" y="5769725"/>
                  <a:pt x="4615825" y="5741261"/>
                </a:cubicBezTo>
                <a:cubicBezTo>
                  <a:pt x="4615825" y="5692874"/>
                  <a:pt x="4635512" y="5620766"/>
                  <a:pt x="4674886" y="5524940"/>
                </a:cubicBezTo>
                <a:lnTo>
                  <a:pt x="4643576" y="5492207"/>
                </a:lnTo>
                <a:cubicBezTo>
                  <a:pt x="4637410" y="5507387"/>
                  <a:pt x="4629582" y="5529684"/>
                  <a:pt x="4620095" y="5559096"/>
                </a:cubicBezTo>
                <a:lnTo>
                  <a:pt x="4596612" y="5631677"/>
                </a:lnTo>
                <a:cubicBezTo>
                  <a:pt x="4583804" y="5670577"/>
                  <a:pt x="4577400" y="5702836"/>
                  <a:pt x="4577400" y="5728453"/>
                </a:cubicBezTo>
                <a:cubicBezTo>
                  <a:pt x="4577400" y="5755019"/>
                  <a:pt x="4581906" y="5777078"/>
                  <a:pt x="4590919" y="5794630"/>
                </a:cubicBezTo>
                <a:cubicBezTo>
                  <a:pt x="4599933" y="5812183"/>
                  <a:pt x="4618908" y="5836139"/>
                  <a:pt x="4647846" y="5866500"/>
                </a:cubicBezTo>
                <a:cubicBezTo>
                  <a:pt x="4650692" y="5869347"/>
                  <a:pt x="4654962" y="5873853"/>
                  <a:pt x="4660655" y="5880020"/>
                </a:cubicBezTo>
                <a:lnTo>
                  <a:pt x="4304862" y="5880020"/>
                </a:lnTo>
                <a:cubicBezTo>
                  <a:pt x="4372700" y="5844915"/>
                  <a:pt x="4426425" y="5797714"/>
                  <a:pt x="4466036" y="5738415"/>
                </a:cubicBezTo>
                <a:cubicBezTo>
                  <a:pt x="4505648" y="5679116"/>
                  <a:pt x="4544904" y="5587559"/>
                  <a:pt x="4583804" y="5463743"/>
                </a:cubicBezTo>
                <a:lnTo>
                  <a:pt x="4586650" y="5453781"/>
                </a:lnTo>
                <a:cubicBezTo>
                  <a:pt x="4561507" y="5432434"/>
                  <a:pt x="4525217" y="5419388"/>
                  <a:pt x="4477777" y="5414644"/>
                </a:cubicBezTo>
                <a:cubicBezTo>
                  <a:pt x="4503869" y="5375744"/>
                  <a:pt x="4524031" y="5335184"/>
                  <a:pt x="4538262" y="5292963"/>
                </a:cubicBezTo>
                <a:cubicBezTo>
                  <a:pt x="4544904" y="5299130"/>
                  <a:pt x="4548936" y="5302925"/>
                  <a:pt x="4550359" y="5304348"/>
                </a:cubicBezTo>
                <a:lnTo>
                  <a:pt x="4582380" y="5334235"/>
                </a:lnTo>
                <a:cubicBezTo>
                  <a:pt x="4593292" y="5344672"/>
                  <a:pt x="4606337" y="5355345"/>
                  <a:pt x="4621518" y="5366257"/>
                </a:cubicBezTo>
                <a:lnTo>
                  <a:pt x="4634326" y="5334947"/>
                </a:lnTo>
                <a:lnTo>
                  <a:pt x="4625787" y="5327831"/>
                </a:lnTo>
                <a:cubicBezTo>
                  <a:pt x="4602067" y="5306958"/>
                  <a:pt x="4582143" y="5290117"/>
                  <a:pt x="4566014" y="5277308"/>
                </a:cubicBezTo>
                <a:lnTo>
                  <a:pt x="4559610" y="5272327"/>
                </a:lnTo>
                <a:lnTo>
                  <a:pt x="4570995" y="5256672"/>
                </a:lnTo>
                <a:cubicBezTo>
                  <a:pt x="4596138" y="5273276"/>
                  <a:pt x="4620332" y="5292489"/>
                  <a:pt x="4643576" y="5314311"/>
                </a:cubicBezTo>
                <a:lnTo>
                  <a:pt x="4740352" y="5048178"/>
                </a:lnTo>
                <a:close/>
                <a:moveTo>
                  <a:pt x="2949080" y="4967057"/>
                </a:moveTo>
                <a:lnTo>
                  <a:pt x="3282102" y="4967057"/>
                </a:lnTo>
                <a:lnTo>
                  <a:pt x="3183191" y="5060987"/>
                </a:lnTo>
                <a:lnTo>
                  <a:pt x="3183191" y="5490784"/>
                </a:lnTo>
                <a:lnTo>
                  <a:pt x="3222329" y="5445954"/>
                </a:lnTo>
                <a:lnTo>
                  <a:pt x="3222329" y="5066680"/>
                </a:lnTo>
                <a:lnTo>
                  <a:pt x="3302026" y="4989117"/>
                </a:lnTo>
                <a:lnTo>
                  <a:pt x="3312700" y="5004771"/>
                </a:lnTo>
                <a:lnTo>
                  <a:pt x="3239407" y="5075930"/>
                </a:lnTo>
                <a:lnTo>
                  <a:pt x="3239407" y="5423895"/>
                </a:lnTo>
                <a:lnTo>
                  <a:pt x="3459998" y="5160608"/>
                </a:lnTo>
                <a:cubicBezTo>
                  <a:pt x="3491782" y="5122657"/>
                  <a:pt x="3507674" y="5088501"/>
                  <a:pt x="3507674" y="5058140"/>
                </a:cubicBezTo>
                <a:cubicBezTo>
                  <a:pt x="3507674" y="5040113"/>
                  <a:pt x="3498661" y="5022917"/>
                  <a:pt x="3480634" y="5006550"/>
                </a:cubicBezTo>
                <a:cubicBezTo>
                  <a:pt x="3462607" y="4990184"/>
                  <a:pt x="3440785" y="4979392"/>
                  <a:pt x="3415168" y="4974173"/>
                </a:cubicBezTo>
                <a:lnTo>
                  <a:pt x="3415168" y="4967057"/>
                </a:lnTo>
                <a:lnTo>
                  <a:pt x="3790173" y="4967057"/>
                </a:lnTo>
                <a:lnTo>
                  <a:pt x="3790173" y="4974173"/>
                </a:lnTo>
                <a:cubicBezTo>
                  <a:pt x="3708104" y="4994098"/>
                  <a:pt x="3619630" y="5060987"/>
                  <a:pt x="3524752" y="5174840"/>
                </a:cubicBezTo>
                <a:lnTo>
                  <a:pt x="3425842" y="5292252"/>
                </a:lnTo>
                <a:lnTo>
                  <a:pt x="3688417" y="5802458"/>
                </a:lnTo>
                <a:lnTo>
                  <a:pt x="3807963" y="5880020"/>
                </a:lnTo>
                <a:lnTo>
                  <a:pt x="3438651" y="5880020"/>
                </a:lnTo>
                <a:lnTo>
                  <a:pt x="3531868" y="5810285"/>
                </a:lnTo>
                <a:lnTo>
                  <a:pt x="3355395" y="5457339"/>
                </a:lnTo>
                <a:lnTo>
                  <a:pt x="3239407" y="5598944"/>
                </a:lnTo>
                <a:lnTo>
                  <a:pt x="3239407" y="5802458"/>
                </a:lnTo>
                <a:lnTo>
                  <a:pt x="3355395" y="5938370"/>
                </a:lnTo>
                <a:lnTo>
                  <a:pt x="2990352" y="5938370"/>
                </a:lnTo>
                <a:lnTo>
                  <a:pt x="2971139" y="5919157"/>
                </a:lnTo>
                <a:lnTo>
                  <a:pt x="3312700" y="5919157"/>
                </a:lnTo>
                <a:lnTo>
                  <a:pt x="3222329" y="5810285"/>
                </a:lnTo>
                <a:lnTo>
                  <a:pt x="3222329" y="5589694"/>
                </a:lnTo>
                <a:lnTo>
                  <a:pt x="3346145" y="5437415"/>
                </a:lnTo>
                <a:lnTo>
                  <a:pt x="3330490" y="5406105"/>
                </a:lnTo>
                <a:lnTo>
                  <a:pt x="3183191" y="5581155"/>
                </a:lnTo>
                <a:lnTo>
                  <a:pt x="3183191" y="5802458"/>
                </a:lnTo>
                <a:lnTo>
                  <a:pt x="3269294" y="5880020"/>
                </a:lnTo>
                <a:lnTo>
                  <a:pt x="2943388" y="5880020"/>
                </a:lnTo>
                <a:lnTo>
                  <a:pt x="3040875" y="5796765"/>
                </a:lnTo>
                <a:lnTo>
                  <a:pt x="3040875" y="5051736"/>
                </a:lnTo>
                <a:close/>
                <a:moveTo>
                  <a:pt x="2072780" y="4967057"/>
                </a:moveTo>
                <a:lnTo>
                  <a:pt x="2432842" y="4967057"/>
                </a:lnTo>
                <a:lnTo>
                  <a:pt x="2331797" y="5034658"/>
                </a:lnTo>
                <a:lnTo>
                  <a:pt x="2676204" y="5706394"/>
                </a:lnTo>
                <a:lnTo>
                  <a:pt x="2676204" y="5621004"/>
                </a:lnTo>
                <a:lnTo>
                  <a:pt x="2380896" y="5046043"/>
                </a:lnTo>
                <a:lnTo>
                  <a:pt x="2480518" y="4978443"/>
                </a:lnTo>
                <a:lnTo>
                  <a:pt x="2494038" y="4991963"/>
                </a:lnTo>
                <a:lnTo>
                  <a:pt x="2405802" y="5051736"/>
                </a:lnTo>
                <a:lnTo>
                  <a:pt x="2676204" y="5582578"/>
                </a:lnTo>
                <a:lnTo>
                  <a:pt x="2676204" y="5250268"/>
                </a:lnTo>
                <a:lnTo>
                  <a:pt x="2676204" y="5212554"/>
                </a:lnTo>
                <a:cubicBezTo>
                  <a:pt x="2676204" y="5130010"/>
                  <a:pt x="2669444" y="5074862"/>
                  <a:pt x="2655924" y="5047111"/>
                </a:cubicBezTo>
                <a:cubicBezTo>
                  <a:pt x="2642404" y="5019359"/>
                  <a:pt x="2609078" y="4992674"/>
                  <a:pt x="2555946" y="4967057"/>
                </a:cubicBezTo>
                <a:lnTo>
                  <a:pt x="2879005" y="4967057"/>
                </a:lnTo>
                <a:cubicBezTo>
                  <a:pt x="2824925" y="4995046"/>
                  <a:pt x="2790057" y="5020663"/>
                  <a:pt x="2774402" y="5043909"/>
                </a:cubicBezTo>
                <a:cubicBezTo>
                  <a:pt x="2750683" y="5079962"/>
                  <a:pt x="2738823" y="5134280"/>
                  <a:pt x="2738823" y="5206861"/>
                </a:cubicBezTo>
                <a:lnTo>
                  <a:pt x="2738823" y="5253114"/>
                </a:lnTo>
                <a:lnTo>
                  <a:pt x="2738823" y="5880020"/>
                </a:lnTo>
                <a:lnTo>
                  <a:pt x="2618565" y="5880020"/>
                </a:lnTo>
                <a:lnTo>
                  <a:pt x="2282697" y="5228210"/>
                </a:lnTo>
                <a:lnTo>
                  <a:pt x="2282697" y="5614599"/>
                </a:lnTo>
                <a:lnTo>
                  <a:pt x="2281986" y="5646621"/>
                </a:lnTo>
                <a:lnTo>
                  <a:pt x="2290525" y="5749089"/>
                </a:lnTo>
                <a:cubicBezTo>
                  <a:pt x="2300013" y="5796528"/>
                  <a:pt x="2321597" y="5831633"/>
                  <a:pt x="2355279" y="5854403"/>
                </a:cubicBezTo>
                <a:lnTo>
                  <a:pt x="2360972" y="5859384"/>
                </a:lnTo>
                <a:cubicBezTo>
                  <a:pt x="2295506" y="5837562"/>
                  <a:pt x="2262773" y="5767590"/>
                  <a:pt x="2262773" y="5649467"/>
                </a:cubicBezTo>
                <a:lnTo>
                  <a:pt x="2263485" y="5582578"/>
                </a:lnTo>
                <a:lnTo>
                  <a:pt x="2263485" y="5193342"/>
                </a:lnTo>
                <a:lnTo>
                  <a:pt x="2225060" y="5118625"/>
                </a:lnTo>
                <a:lnTo>
                  <a:pt x="2225060" y="5528498"/>
                </a:lnTo>
                <a:cubicBezTo>
                  <a:pt x="2225060" y="5658480"/>
                  <a:pt x="2233599" y="5743633"/>
                  <a:pt x="2250676" y="5783956"/>
                </a:cubicBezTo>
                <a:cubicBezTo>
                  <a:pt x="2267754" y="5824280"/>
                  <a:pt x="2307840" y="5853692"/>
                  <a:pt x="2370934" y="5872193"/>
                </a:cubicBezTo>
                <a:lnTo>
                  <a:pt x="2432842" y="5938370"/>
                </a:lnTo>
                <a:lnTo>
                  <a:pt x="2047163" y="5938370"/>
                </a:lnTo>
                <a:lnTo>
                  <a:pt x="2035778" y="5919157"/>
                </a:lnTo>
                <a:lnTo>
                  <a:pt x="2392282" y="5919157"/>
                </a:lnTo>
                <a:lnTo>
                  <a:pt x="2355279" y="5880020"/>
                </a:lnTo>
                <a:lnTo>
                  <a:pt x="2023681" y="5880020"/>
                </a:lnTo>
                <a:cubicBezTo>
                  <a:pt x="2081556" y="5859147"/>
                  <a:pt x="2119982" y="5831158"/>
                  <a:pt x="2138958" y="5796053"/>
                </a:cubicBezTo>
                <a:cubicBezTo>
                  <a:pt x="2157933" y="5760948"/>
                  <a:pt x="2167421" y="5700701"/>
                  <a:pt x="2167421" y="5615311"/>
                </a:cubicBezTo>
                <a:lnTo>
                  <a:pt x="2167421" y="5046043"/>
                </a:lnTo>
                <a:close/>
                <a:moveTo>
                  <a:pt x="1293074" y="4967057"/>
                </a:moveTo>
                <a:lnTo>
                  <a:pt x="1621115" y="4967057"/>
                </a:lnTo>
                <a:lnTo>
                  <a:pt x="1547110" y="5051024"/>
                </a:lnTo>
                <a:lnTo>
                  <a:pt x="1663810" y="5361275"/>
                </a:lnTo>
                <a:lnTo>
                  <a:pt x="1692274" y="5345620"/>
                </a:lnTo>
                <a:lnTo>
                  <a:pt x="1586959" y="5065256"/>
                </a:lnTo>
                <a:lnTo>
                  <a:pt x="1662387" y="4978443"/>
                </a:lnTo>
                <a:lnTo>
                  <a:pt x="1680888" y="4986270"/>
                </a:lnTo>
                <a:lnTo>
                  <a:pt x="1609018" y="5069526"/>
                </a:lnTo>
                <a:lnTo>
                  <a:pt x="1708640" y="5334947"/>
                </a:lnTo>
                <a:cubicBezTo>
                  <a:pt x="1714332" y="5330677"/>
                  <a:pt x="1717653" y="5328069"/>
                  <a:pt x="1718602" y="5327119"/>
                </a:cubicBezTo>
                <a:lnTo>
                  <a:pt x="1742084" y="5307195"/>
                </a:lnTo>
                <a:cubicBezTo>
                  <a:pt x="1756316" y="5295809"/>
                  <a:pt x="1765329" y="5287745"/>
                  <a:pt x="1769125" y="5283001"/>
                </a:cubicBezTo>
                <a:cubicBezTo>
                  <a:pt x="1781459" y="5337081"/>
                  <a:pt x="1800434" y="5385469"/>
                  <a:pt x="1826051" y="5428164"/>
                </a:cubicBezTo>
                <a:cubicBezTo>
                  <a:pt x="1812294" y="5427215"/>
                  <a:pt x="1802331" y="5426741"/>
                  <a:pt x="1796165" y="5426741"/>
                </a:cubicBezTo>
                <a:cubicBezTo>
                  <a:pt x="1751098" y="5426741"/>
                  <a:pt x="1718128" y="5433857"/>
                  <a:pt x="1697254" y="5448089"/>
                </a:cubicBezTo>
                <a:lnTo>
                  <a:pt x="1826051" y="5797476"/>
                </a:lnTo>
                <a:lnTo>
                  <a:pt x="1932789" y="5880020"/>
                </a:lnTo>
                <a:lnTo>
                  <a:pt x="1573439" y="5880020"/>
                </a:lnTo>
                <a:lnTo>
                  <a:pt x="1671637" y="5797476"/>
                </a:lnTo>
                <a:lnTo>
                  <a:pt x="1592651" y="5589694"/>
                </a:lnTo>
                <a:cubicBezTo>
                  <a:pt x="1540469" y="5642351"/>
                  <a:pt x="1500382" y="5692399"/>
                  <a:pt x="1472393" y="5739838"/>
                </a:cubicBezTo>
                <a:lnTo>
                  <a:pt x="1456027" y="5735569"/>
                </a:lnTo>
                <a:cubicBezTo>
                  <a:pt x="1484016" y="5689078"/>
                  <a:pt x="1525763" y="5637133"/>
                  <a:pt x="1581266" y="5579732"/>
                </a:cubicBezTo>
                <a:lnTo>
                  <a:pt x="1586959" y="5572616"/>
                </a:lnTo>
                <a:lnTo>
                  <a:pt x="1573439" y="5541306"/>
                </a:lnTo>
                <a:cubicBezTo>
                  <a:pt x="1516986" y="5588271"/>
                  <a:pt x="1470259" y="5642825"/>
                  <a:pt x="1433257" y="5704971"/>
                </a:cubicBezTo>
                <a:lnTo>
                  <a:pt x="1420448" y="5684335"/>
                </a:lnTo>
                <a:cubicBezTo>
                  <a:pt x="1395780" y="5644960"/>
                  <a:pt x="1364233" y="5600130"/>
                  <a:pt x="1325807" y="5549845"/>
                </a:cubicBezTo>
                <a:lnTo>
                  <a:pt x="1318692" y="5541306"/>
                </a:lnTo>
                <a:cubicBezTo>
                  <a:pt x="1282163" y="5622427"/>
                  <a:pt x="1263900" y="5688367"/>
                  <a:pt x="1263900" y="5739127"/>
                </a:cubicBezTo>
                <a:cubicBezTo>
                  <a:pt x="1263900" y="5769013"/>
                  <a:pt x="1268999" y="5794274"/>
                  <a:pt x="1279198" y="5814910"/>
                </a:cubicBezTo>
                <a:cubicBezTo>
                  <a:pt x="1289398" y="5835546"/>
                  <a:pt x="1313948" y="5870058"/>
                  <a:pt x="1352848" y="5918446"/>
                </a:cubicBezTo>
                <a:cubicBezTo>
                  <a:pt x="1356168" y="5922715"/>
                  <a:pt x="1361387" y="5929357"/>
                  <a:pt x="1368502" y="5938370"/>
                </a:cubicBezTo>
                <a:lnTo>
                  <a:pt x="984247" y="5938370"/>
                </a:lnTo>
                <a:lnTo>
                  <a:pt x="970015" y="5919157"/>
                </a:lnTo>
                <a:lnTo>
                  <a:pt x="1332212" y="5919157"/>
                </a:lnTo>
                <a:lnTo>
                  <a:pt x="1320115" y="5904214"/>
                </a:lnTo>
                <a:cubicBezTo>
                  <a:pt x="1288805" y="5866263"/>
                  <a:pt x="1268287" y="5836732"/>
                  <a:pt x="1258563" y="5815622"/>
                </a:cubicBezTo>
                <a:cubicBezTo>
                  <a:pt x="1248838" y="5794512"/>
                  <a:pt x="1243975" y="5769725"/>
                  <a:pt x="1243975" y="5741261"/>
                </a:cubicBezTo>
                <a:cubicBezTo>
                  <a:pt x="1243975" y="5692874"/>
                  <a:pt x="1263662" y="5620766"/>
                  <a:pt x="1303036" y="5524940"/>
                </a:cubicBezTo>
                <a:lnTo>
                  <a:pt x="1271727" y="5492207"/>
                </a:lnTo>
                <a:cubicBezTo>
                  <a:pt x="1265560" y="5507387"/>
                  <a:pt x="1257733" y="5529684"/>
                  <a:pt x="1248244" y="5559096"/>
                </a:cubicBezTo>
                <a:lnTo>
                  <a:pt x="1224762" y="5631677"/>
                </a:lnTo>
                <a:cubicBezTo>
                  <a:pt x="1211954" y="5670577"/>
                  <a:pt x="1205550" y="5702836"/>
                  <a:pt x="1205550" y="5728453"/>
                </a:cubicBezTo>
                <a:cubicBezTo>
                  <a:pt x="1205550" y="5755019"/>
                  <a:pt x="1210056" y="5777078"/>
                  <a:pt x="1219070" y="5794630"/>
                </a:cubicBezTo>
                <a:cubicBezTo>
                  <a:pt x="1228083" y="5812183"/>
                  <a:pt x="1247059" y="5836139"/>
                  <a:pt x="1275996" y="5866500"/>
                </a:cubicBezTo>
                <a:cubicBezTo>
                  <a:pt x="1278843" y="5869347"/>
                  <a:pt x="1283112" y="5873853"/>
                  <a:pt x="1288805" y="5880020"/>
                </a:cubicBezTo>
                <a:lnTo>
                  <a:pt x="933013" y="5880020"/>
                </a:lnTo>
                <a:cubicBezTo>
                  <a:pt x="1000851" y="5844915"/>
                  <a:pt x="1054575" y="5797714"/>
                  <a:pt x="1094187" y="5738415"/>
                </a:cubicBezTo>
                <a:cubicBezTo>
                  <a:pt x="1133798" y="5679116"/>
                  <a:pt x="1173054" y="5587559"/>
                  <a:pt x="1211954" y="5463743"/>
                </a:cubicBezTo>
                <a:lnTo>
                  <a:pt x="1214800" y="5453781"/>
                </a:lnTo>
                <a:cubicBezTo>
                  <a:pt x="1189658" y="5432434"/>
                  <a:pt x="1153367" y="5419388"/>
                  <a:pt x="1105928" y="5414644"/>
                </a:cubicBezTo>
                <a:cubicBezTo>
                  <a:pt x="1132019" y="5375744"/>
                  <a:pt x="1152181" y="5335184"/>
                  <a:pt x="1166412" y="5292963"/>
                </a:cubicBezTo>
                <a:cubicBezTo>
                  <a:pt x="1173054" y="5299130"/>
                  <a:pt x="1177086" y="5302925"/>
                  <a:pt x="1178509" y="5304348"/>
                </a:cubicBezTo>
                <a:lnTo>
                  <a:pt x="1210530" y="5334235"/>
                </a:lnTo>
                <a:cubicBezTo>
                  <a:pt x="1221442" y="5344672"/>
                  <a:pt x="1234487" y="5355345"/>
                  <a:pt x="1249668" y="5366257"/>
                </a:cubicBezTo>
                <a:lnTo>
                  <a:pt x="1262476" y="5334947"/>
                </a:lnTo>
                <a:lnTo>
                  <a:pt x="1253937" y="5327831"/>
                </a:lnTo>
                <a:cubicBezTo>
                  <a:pt x="1230218" y="5306958"/>
                  <a:pt x="1210293" y="5290117"/>
                  <a:pt x="1194164" y="5277308"/>
                </a:cubicBezTo>
                <a:lnTo>
                  <a:pt x="1187760" y="5272327"/>
                </a:lnTo>
                <a:lnTo>
                  <a:pt x="1199145" y="5256672"/>
                </a:lnTo>
                <a:cubicBezTo>
                  <a:pt x="1224288" y="5273276"/>
                  <a:pt x="1248482" y="5292489"/>
                  <a:pt x="1271727" y="5314311"/>
                </a:cubicBezTo>
                <a:lnTo>
                  <a:pt x="1368502" y="5048178"/>
                </a:lnTo>
                <a:close/>
                <a:moveTo>
                  <a:pt x="17620560" y="4957807"/>
                </a:moveTo>
                <a:cubicBezTo>
                  <a:pt x="17735838" y="4957807"/>
                  <a:pt x="17827988" y="5001451"/>
                  <a:pt x="17897012" y="5088738"/>
                </a:cubicBezTo>
                <a:cubicBezTo>
                  <a:pt x="17966036" y="5176026"/>
                  <a:pt x="18000546" y="5292726"/>
                  <a:pt x="18000546" y="5438838"/>
                </a:cubicBezTo>
                <a:cubicBezTo>
                  <a:pt x="18000546" y="5576885"/>
                  <a:pt x="17966510" y="5686944"/>
                  <a:pt x="17898434" y="5769013"/>
                </a:cubicBezTo>
                <a:cubicBezTo>
                  <a:pt x="17830360" y="5851083"/>
                  <a:pt x="17738922" y="5892117"/>
                  <a:pt x="17624118" y="5892117"/>
                </a:cubicBezTo>
                <a:cubicBezTo>
                  <a:pt x="17533510" y="5892117"/>
                  <a:pt x="17452864" y="5863179"/>
                  <a:pt x="17382180" y="5805304"/>
                </a:cubicBezTo>
                <a:cubicBezTo>
                  <a:pt x="17278288" y="5719914"/>
                  <a:pt x="17226344" y="5593489"/>
                  <a:pt x="17226344" y="5426029"/>
                </a:cubicBezTo>
                <a:cubicBezTo>
                  <a:pt x="17226344" y="5282764"/>
                  <a:pt x="17261922" y="5168910"/>
                  <a:pt x="17333080" y="5084469"/>
                </a:cubicBezTo>
                <a:cubicBezTo>
                  <a:pt x="17404240" y="5000028"/>
                  <a:pt x="17500066" y="4957807"/>
                  <a:pt x="17620560" y="4957807"/>
                </a:cubicBezTo>
                <a:close/>
                <a:moveTo>
                  <a:pt x="7476437" y="4957807"/>
                </a:moveTo>
                <a:cubicBezTo>
                  <a:pt x="7591713" y="4957807"/>
                  <a:pt x="7683863" y="5001451"/>
                  <a:pt x="7752887" y="5088738"/>
                </a:cubicBezTo>
                <a:cubicBezTo>
                  <a:pt x="7821910" y="5176026"/>
                  <a:pt x="7856422" y="5292726"/>
                  <a:pt x="7856422" y="5438838"/>
                </a:cubicBezTo>
                <a:cubicBezTo>
                  <a:pt x="7856422" y="5576885"/>
                  <a:pt x="7822385" y="5686944"/>
                  <a:pt x="7754310" y="5769013"/>
                </a:cubicBezTo>
                <a:cubicBezTo>
                  <a:pt x="7686235" y="5851083"/>
                  <a:pt x="7594796" y="5892117"/>
                  <a:pt x="7479995" y="5892117"/>
                </a:cubicBezTo>
                <a:cubicBezTo>
                  <a:pt x="7389386" y="5892117"/>
                  <a:pt x="7308739" y="5863179"/>
                  <a:pt x="7238055" y="5805304"/>
                </a:cubicBezTo>
                <a:cubicBezTo>
                  <a:pt x="7134164" y="5719914"/>
                  <a:pt x="7082219" y="5593489"/>
                  <a:pt x="7082219" y="5426029"/>
                </a:cubicBezTo>
                <a:cubicBezTo>
                  <a:pt x="7082219" y="5282764"/>
                  <a:pt x="7117798" y="5168910"/>
                  <a:pt x="7188956" y="5084469"/>
                </a:cubicBezTo>
                <a:cubicBezTo>
                  <a:pt x="7260115" y="5000028"/>
                  <a:pt x="7355942" y="4957807"/>
                  <a:pt x="7476437" y="4957807"/>
                </a:cubicBezTo>
                <a:close/>
                <a:moveTo>
                  <a:pt x="417700" y="4952114"/>
                </a:moveTo>
                <a:cubicBezTo>
                  <a:pt x="519694" y="4952114"/>
                  <a:pt x="602949" y="4975003"/>
                  <a:pt x="667466" y="5020783"/>
                </a:cubicBezTo>
                <a:cubicBezTo>
                  <a:pt x="731983" y="5066561"/>
                  <a:pt x="764242" y="5125741"/>
                  <a:pt x="764242" y="5198322"/>
                </a:cubicBezTo>
                <a:cubicBezTo>
                  <a:pt x="764242" y="5295098"/>
                  <a:pt x="708264" y="5359852"/>
                  <a:pt x="596308" y="5392585"/>
                </a:cubicBezTo>
                <a:lnTo>
                  <a:pt x="596308" y="5400412"/>
                </a:lnTo>
                <a:cubicBezTo>
                  <a:pt x="607693" y="5403259"/>
                  <a:pt x="621450" y="5407054"/>
                  <a:pt x="637580" y="5411798"/>
                </a:cubicBezTo>
                <a:cubicBezTo>
                  <a:pt x="690237" y="5399464"/>
                  <a:pt x="731627" y="5374322"/>
                  <a:pt x="761751" y="5336370"/>
                </a:cubicBezTo>
                <a:cubicBezTo>
                  <a:pt x="791875" y="5298419"/>
                  <a:pt x="806937" y="5252640"/>
                  <a:pt x="806937" y="5199034"/>
                </a:cubicBezTo>
                <a:cubicBezTo>
                  <a:pt x="806937" y="5131671"/>
                  <a:pt x="779185" y="5071898"/>
                  <a:pt x="723681" y="5019715"/>
                </a:cubicBezTo>
                <a:lnTo>
                  <a:pt x="723681" y="5015445"/>
                </a:lnTo>
                <a:lnTo>
                  <a:pt x="731509" y="5021849"/>
                </a:lnTo>
                <a:cubicBezTo>
                  <a:pt x="793654" y="5069763"/>
                  <a:pt x="824726" y="5131196"/>
                  <a:pt x="824726" y="5206150"/>
                </a:cubicBezTo>
                <a:cubicBezTo>
                  <a:pt x="824726" y="5309567"/>
                  <a:pt x="771120" y="5381674"/>
                  <a:pt x="663908" y="5422472"/>
                </a:cubicBezTo>
                <a:cubicBezTo>
                  <a:pt x="710398" y="5443819"/>
                  <a:pt x="746571" y="5474181"/>
                  <a:pt x="772425" y="5513554"/>
                </a:cubicBezTo>
                <a:cubicBezTo>
                  <a:pt x="798279" y="5552929"/>
                  <a:pt x="811206" y="5597284"/>
                  <a:pt x="811206" y="5646621"/>
                </a:cubicBezTo>
                <a:cubicBezTo>
                  <a:pt x="811206" y="5717305"/>
                  <a:pt x="785589" y="5773876"/>
                  <a:pt x="734355" y="5816333"/>
                </a:cubicBezTo>
                <a:cubicBezTo>
                  <a:pt x="683121" y="5858791"/>
                  <a:pt x="614809" y="5880020"/>
                  <a:pt x="529419" y="5880020"/>
                </a:cubicBezTo>
                <a:lnTo>
                  <a:pt x="19924" y="5880020"/>
                </a:lnTo>
                <a:lnTo>
                  <a:pt x="118123" y="5796053"/>
                </a:lnTo>
                <a:lnTo>
                  <a:pt x="118123" y="5487937"/>
                </a:lnTo>
                <a:cubicBezTo>
                  <a:pt x="90134" y="5487937"/>
                  <a:pt x="57401" y="5490784"/>
                  <a:pt x="19924" y="5496476"/>
                </a:cubicBezTo>
                <a:lnTo>
                  <a:pt x="14232" y="5475840"/>
                </a:lnTo>
                <a:cubicBezTo>
                  <a:pt x="56452" y="5471571"/>
                  <a:pt x="91083" y="5469436"/>
                  <a:pt x="118123" y="5469436"/>
                </a:cubicBezTo>
                <a:lnTo>
                  <a:pt x="118123" y="5431722"/>
                </a:lnTo>
                <a:lnTo>
                  <a:pt x="100333" y="5431722"/>
                </a:lnTo>
                <a:cubicBezTo>
                  <a:pt x="73768" y="5431722"/>
                  <a:pt x="40323" y="5433620"/>
                  <a:pt x="0" y="5437415"/>
                </a:cubicBezTo>
                <a:lnTo>
                  <a:pt x="31310" y="5369103"/>
                </a:lnTo>
                <a:lnTo>
                  <a:pt x="42695" y="5369814"/>
                </a:lnTo>
                <a:cubicBezTo>
                  <a:pt x="61196" y="5371237"/>
                  <a:pt x="75191" y="5371949"/>
                  <a:pt x="84679" y="5371949"/>
                </a:cubicBezTo>
                <a:cubicBezTo>
                  <a:pt x="98910" y="5371949"/>
                  <a:pt x="110058" y="5372661"/>
                  <a:pt x="118123" y="5374084"/>
                </a:cubicBezTo>
                <a:lnTo>
                  <a:pt x="118123" y="5106528"/>
                </a:lnTo>
                <a:lnTo>
                  <a:pt x="37714" y="5063833"/>
                </a:lnTo>
                <a:cubicBezTo>
                  <a:pt x="150619" y="4989354"/>
                  <a:pt x="277281" y="4952114"/>
                  <a:pt x="417700" y="4952114"/>
                </a:cubicBezTo>
                <a:close/>
                <a:moveTo>
                  <a:pt x="19306110" y="4951403"/>
                </a:moveTo>
                <a:cubicBezTo>
                  <a:pt x="19361612" y="4951403"/>
                  <a:pt x="19426366" y="4961365"/>
                  <a:pt x="19500372" y="4981289"/>
                </a:cubicBezTo>
                <a:cubicBezTo>
                  <a:pt x="19535002" y="4990777"/>
                  <a:pt x="19560620" y="4995521"/>
                  <a:pt x="19577222" y="4995521"/>
                </a:cubicBezTo>
                <a:cubicBezTo>
                  <a:pt x="19600468" y="4995521"/>
                  <a:pt x="19625848" y="4987456"/>
                  <a:pt x="19653362" y="4971327"/>
                </a:cubicBezTo>
                <a:lnTo>
                  <a:pt x="19661190" y="4974885"/>
                </a:lnTo>
                <a:cubicBezTo>
                  <a:pt x="19636522" y="5008092"/>
                  <a:pt x="19616834" y="5042723"/>
                  <a:pt x="19602128" y="5078776"/>
                </a:cubicBezTo>
                <a:cubicBezTo>
                  <a:pt x="19573190" y="5149935"/>
                  <a:pt x="19553978" y="5193578"/>
                  <a:pt x="19544490" y="5209708"/>
                </a:cubicBezTo>
                <a:lnTo>
                  <a:pt x="19540932" y="5213977"/>
                </a:lnTo>
                <a:cubicBezTo>
                  <a:pt x="19539034" y="5208759"/>
                  <a:pt x="19537612" y="5204727"/>
                  <a:pt x="19536662" y="5201880"/>
                </a:cubicBezTo>
                <a:cubicBezTo>
                  <a:pt x="19523380" y="5159185"/>
                  <a:pt x="19512468" y="5129536"/>
                  <a:pt x="19503930" y="5112932"/>
                </a:cubicBezTo>
                <a:cubicBezTo>
                  <a:pt x="19495390" y="5096329"/>
                  <a:pt x="19482582" y="5080437"/>
                  <a:pt x="19465504" y="5065256"/>
                </a:cubicBezTo>
                <a:cubicBezTo>
                  <a:pt x="19422334" y="5026831"/>
                  <a:pt x="19373236" y="5007618"/>
                  <a:pt x="19318206" y="5007618"/>
                </a:cubicBezTo>
                <a:cubicBezTo>
                  <a:pt x="19267446" y="5007618"/>
                  <a:pt x="19225226" y="5021731"/>
                  <a:pt x="19191544" y="5049957"/>
                </a:cubicBezTo>
                <a:cubicBezTo>
                  <a:pt x="19157862" y="5078183"/>
                  <a:pt x="19141022" y="5113644"/>
                  <a:pt x="19141022" y="5156339"/>
                </a:cubicBezTo>
                <a:cubicBezTo>
                  <a:pt x="19141022" y="5236036"/>
                  <a:pt x="19201032" y="5290354"/>
                  <a:pt x="19321052" y="5319292"/>
                </a:cubicBezTo>
                <a:lnTo>
                  <a:pt x="19441310" y="5348467"/>
                </a:lnTo>
                <a:cubicBezTo>
                  <a:pt x="19612564" y="5389739"/>
                  <a:pt x="19698192" y="5480110"/>
                  <a:pt x="19698192" y="5619580"/>
                </a:cubicBezTo>
                <a:cubicBezTo>
                  <a:pt x="19698192" y="5697380"/>
                  <a:pt x="19668898" y="5762727"/>
                  <a:pt x="19610312" y="5815622"/>
                </a:cubicBezTo>
                <a:cubicBezTo>
                  <a:pt x="19551724" y="5868516"/>
                  <a:pt x="19479262" y="5894964"/>
                  <a:pt x="19392922" y="5894964"/>
                </a:cubicBezTo>
                <a:cubicBezTo>
                  <a:pt x="19338842" y="5894964"/>
                  <a:pt x="19278358" y="5886662"/>
                  <a:pt x="19211468" y="5870058"/>
                </a:cubicBezTo>
                <a:lnTo>
                  <a:pt x="19128214" y="5849422"/>
                </a:lnTo>
                <a:cubicBezTo>
                  <a:pt x="19094532" y="5841358"/>
                  <a:pt x="19066780" y="5837325"/>
                  <a:pt x="19044958" y="5837325"/>
                </a:cubicBezTo>
                <a:cubicBezTo>
                  <a:pt x="19016020" y="5837325"/>
                  <a:pt x="18986134" y="5846576"/>
                  <a:pt x="18955298" y="5865077"/>
                </a:cubicBezTo>
                <a:lnTo>
                  <a:pt x="18949606" y="5855115"/>
                </a:lnTo>
                <a:cubicBezTo>
                  <a:pt x="19008430" y="5766404"/>
                  <a:pt x="19049702" y="5681963"/>
                  <a:pt x="19073422" y="5601791"/>
                </a:cubicBezTo>
                <a:lnTo>
                  <a:pt x="19086230" y="5605349"/>
                </a:lnTo>
                <a:cubicBezTo>
                  <a:pt x="19096192" y="5679828"/>
                  <a:pt x="19126078" y="5737703"/>
                  <a:pt x="19175890" y="5778975"/>
                </a:cubicBezTo>
                <a:cubicBezTo>
                  <a:pt x="19225700" y="5820247"/>
                  <a:pt x="19290928" y="5840883"/>
                  <a:pt x="19371574" y="5840883"/>
                </a:cubicBezTo>
                <a:cubicBezTo>
                  <a:pt x="19435144" y="5840883"/>
                  <a:pt x="19485666" y="5826177"/>
                  <a:pt x="19523142" y="5796765"/>
                </a:cubicBezTo>
                <a:cubicBezTo>
                  <a:pt x="19560620" y="5767353"/>
                  <a:pt x="19579358" y="5727741"/>
                  <a:pt x="19579358" y="5677930"/>
                </a:cubicBezTo>
                <a:cubicBezTo>
                  <a:pt x="19579358" y="5620529"/>
                  <a:pt x="19553266" y="5573090"/>
                  <a:pt x="19501084" y="5535613"/>
                </a:cubicBezTo>
                <a:cubicBezTo>
                  <a:pt x="19463606" y="5509048"/>
                  <a:pt x="19386756" y="5484379"/>
                  <a:pt x="19270530" y="5461609"/>
                </a:cubicBezTo>
                <a:cubicBezTo>
                  <a:pt x="19180870" y="5444056"/>
                  <a:pt x="19115878" y="5414881"/>
                  <a:pt x="19075556" y="5374084"/>
                </a:cubicBezTo>
                <a:cubicBezTo>
                  <a:pt x="19035232" y="5333286"/>
                  <a:pt x="19015072" y="5276597"/>
                  <a:pt x="19015072" y="5204015"/>
                </a:cubicBezTo>
                <a:cubicBezTo>
                  <a:pt x="19015072" y="5129061"/>
                  <a:pt x="19041992" y="5068221"/>
                  <a:pt x="19095836" y="5021494"/>
                </a:cubicBezTo>
                <a:cubicBezTo>
                  <a:pt x="19149680" y="4974766"/>
                  <a:pt x="19219770" y="4951403"/>
                  <a:pt x="19306110" y="4951403"/>
                </a:cubicBezTo>
                <a:close/>
                <a:moveTo>
                  <a:pt x="11200334" y="4951403"/>
                </a:moveTo>
                <a:cubicBezTo>
                  <a:pt x="11255838" y="4951403"/>
                  <a:pt x="11320592" y="4961365"/>
                  <a:pt x="11394597" y="4981289"/>
                </a:cubicBezTo>
                <a:cubicBezTo>
                  <a:pt x="11429227" y="4990777"/>
                  <a:pt x="11454844" y="4995521"/>
                  <a:pt x="11471448" y="4995521"/>
                </a:cubicBezTo>
                <a:cubicBezTo>
                  <a:pt x="11483071" y="4995521"/>
                  <a:pt x="11495227" y="4993505"/>
                  <a:pt x="11507917" y="4989472"/>
                </a:cubicBezTo>
                <a:lnTo>
                  <a:pt x="11540926" y="4974374"/>
                </a:lnTo>
                <a:lnTo>
                  <a:pt x="11535449" y="5010006"/>
                </a:lnTo>
                <a:lnTo>
                  <a:pt x="11496353" y="5078776"/>
                </a:lnTo>
                <a:cubicBezTo>
                  <a:pt x="11467416" y="5149935"/>
                  <a:pt x="11448203" y="5193578"/>
                  <a:pt x="11438715" y="5209708"/>
                </a:cubicBezTo>
                <a:lnTo>
                  <a:pt x="11435157" y="5213977"/>
                </a:lnTo>
                <a:cubicBezTo>
                  <a:pt x="11433259" y="5208759"/>
                  <a:pt x="11431836" y="5204727"/>
                  <a:pt x="11430888" y="5201880"/>
                </a:cubicBezTo>
                <a:cubicBezTo>
                  <a:pt x="11417605" y="5159185"/>
                  <a:pt x="11406694" y="5129536"/>
                  <a:pt x="11398155" y="5112932"/>
                </a:cubicBezTo>
                <a:cubicBezTo>
                  <a:pt x="11389616" y="5096329"/>
                  <a:pt x="11376807" y="5080437"/>
                  <a:pt x="11359729" y="5065256"/>
                </a:cubicBezTo>
                <a:cubicBezTo>
                  <a:pt x="11316560" y="5026831"/>
                  <a:pt x="11267460" y="5007618"/>
                  <a:pt x="11212431" y="5007618"/>
                </a:cubicBezTo>
                <a:cubicBezTo>
                  <a:pt x="11161671" y="5007618"/>
                  <a:pt x="11119451" y="5021731"/>
                  <a:pt x="11085769" y="5049957"/>
                </a:cubicBezTo>
                <a:cubicBezTo>
                  <a:pt x="11052087" y="5078183"/>
                  <a:pt x="11035247" y="5113644"/>
                  <a:pt x="11035247" y="5156339"/>
                </a:cubicBezTo>
                <a:cubicBezTo>
                  <a:pt x="11035247" y="5236036"/>
                  <a:pt x="11095257" y="5290354"/>
                  <a:pt x="11215277" y="5319292"/>
                </a:cubicBezTo>
                <a:lnTo>
                  <a:pt x="11335535" y="5348467"/>
                </a:lnTo>
                <a:cubicBezTo>
                  <a:pt x="11378349" y="5358785"/>
                  <a:pt x="11415811" y="5372172"/>
                  <a:pt x="11447921" y="5388627"/>
                </a:cubicBezTo>
                <a:lnTo>
                  <a:pt x="11474293" y="5407869"/>
                </a:lnTo>
                <a:lnTo>
                  <a:pt x="11446175" y="5590796"/>
                </a:lnTo>
                <a:lnTo>
                  <a:pt x="11395308" y="5535613"/>
                </a:lnTo>
                <a:cubicBezTo>
                  <a:pt x="11357831" y="5509048"/>
                  <a:pt x="11280980" y="5484379"/>
                  <a:pt x="11164755" y="5461609"/>
                </a:cubicBezTo>
                <a:cubicBezTo>
                  <a:pt x="11075095" y="5444056"/>
                  <a:pt x="11010104" y="5414881"/>
                  <a:pt x="10969781" y="5374084"/>
                </a:cubicBezTo>
                <a:cubicBezTo>
                  <a:pt x="10929458" y="5333286"/>
                  <a:pt x="10909296" y="5276597"/>
                  <a:pt x="10909296" y="5204015"/>
                </a:cubicBezTo>
                <a:cubicBezTo>
                  <a:pt x="10909296" y="5129061"/>
                  <a:pt x="10936218" y="5068221"/>
                  <a:pt x="10990061" y="5021494"/>
                </a:cubicBezTo>
                <a:cubicBezTo>
                  <a:pt x="11043904" y="4974766"/>
                  <a:pt x="11113995" y="4951403"/>
                  <a:pt x="11200334" y="4951403"/>
                </a:cubicBezTo>
                <a:close/>
                <a:moveTo>
                  <a:pt x="6647761" y="4943575"/>
                </a:moveTo>
                <a:cubicBezTo>
                  <a:pt x="6700893" y="4943575"/>
                  <a:pt x="6761377" y="4956621"/>
                  <a:pt x="6829215" y="4982712"/>
                </a:cubicBezTo>
                <a:cubicBezTo>
                  <a:pt x="6864795" y="4996470"/>
                  <a:pt x="6894207" y="5003348"/>
                  <a:pt x="6917452" y="5003348"/>
                </a:cubicBezTo>
                <a:cubicBezTo>
                  <a:pt x="6942594" y="5003348"/>
                  <a:pt x="6965128" y="4996470"/>
                  <a:pt x="6985053" y="4982712"/>
                </a:cubicBezTo>
                <a:lnTo>
                  <a:pt x="6996438" y="4989117"/>
                </a:lnTo>
                <a:lnTo>
                  <a:pt x="6988611" y="5002637"/>
                </a:lnTo>
                <a:cubicBezTo>
                  <a:pt x="6945915" y="5077116"/>
                  <a:pt x="6908913" y="5151595"/>
                  <a:pt x="6877603" y="5226074"/>
                </a:cubicBezTo>
                <a:lnTo>
                  <a:pt x="6871199" y="5242441"/>
                </a:lnTo>
                <a:lnTo>
                  <a:pt x="6861948" y="5237460"/>
                </a:lnTo>
                <a:cubicBezTo>
                  <a:pt x="6851038" y="5165352"/>
                  <a:pt x="6825657" y="5108188"/>
                  <a:pt x="6785808" y="5065968"/>
                </a:cubicBezTo>
                <a:cubicBezTo>
                  <a:pt x="6745960" y="5023747"/>
                  <a:pt x="6697810" y="5002637"/>
                  <a:pt x="6641357" y="5002637"/>
                </a:cubicBezTo>
                <a:cubicBezTo>
                  <a:pt x="6581109" y="5002637"/>
                  <a:pt x="6530824" y="5028965"/>
                  <a:pt x="6490501" y="5081623"/>
                </a:cubicBezTo>
                <a:cubicBezTo>
                  <a:pt x="6439741" y="5147088"/>
                  <a:pt x="6414361" y="5258095"/>
                  <a:pt x="6414361" y="5414644"/>
                </a:cubicBezTo>
                <a:cubicBezTo>
                  <a:pt x="6414361" y="5549371"/>
                  <a:pt x="6437726" y="5654922"/>
                  <a:pt x="6484452" y="5731299"/>
                </a:cubicBezTo>
                <a:cubicBezTo>
                  <a:pt x="6531180" y="5807676"/>
                  <a:pt x="6596053" y="5845864"/>
                  <a:pt x="6679071" y="5845864"/>
                </a:cubicBezTo>
                <a:cubicBezTo>
                  <a:pt x="6745485" y="5845864"/>
                  <a:pt x="6798498" y="5823687"/>
                  <a:pt x="6838110" y="5779331"/>
                </a:cubicBezTo>
                <a:cubicBezTo>
                  <a:pt x="6877721" y="5734976"/>
                  <a:pt x="6901322" y="5671526"/>
                  <a:pt x="6908913" y="5588982"/>
                </a:cubicBezTo>
                <a:cubicBezTo>
                  <a:pt x="6910810" y="5569058"/>
                  <a:pt x="6918875" y="5559096"/>
                  <a:pt x="6933107" y="5559096"/>
                </a:cubicBezTo>
                <a:cubicBezTo>
                  <a:pt x="6951608" y="5559096"/>
                  <a:pt x="6960859" y="5574513"/>
                  <a:pt x="6960859" y="5605349"/>
                </a:cubicBezTo>
                <a:cubicBezTo>
                  <a:pt x="6960859" y="5651364"/>
                  <a:pt x="6950422" y="5699041"/>
                  <a:pt x="6929549" y="5748377"/>
                </a:cubicBezTo>
                <a:cubicBezTo>
                  <a:pt x="6885430" y="5852743"/>
                  <a:pt x="6794348" y="5904926"/>
                  <a:pt x="6656300" y="5904926"/>
                </a:cubicBezTo>
                <a:cubicBezTo>
                  <a:pt x="6532959" y="5904926"/>
                  <a:pt x="6434997" y="5861638"/>
                  <a:pt x="6362416" y="5775062"/>
                </a:cubicBezTo>
                <a:cubicBezTo>
                  <a:pt x="6289834" y="5688485"/>
                  <a:pt x="6253543" y="5571430"/>
                  <a:pt x="6253543" y="5423895"/>
                </a:cubicBezTo>
                <a:cubicBezTo>
                  <a:pt x="6253543" y="5287745"/>
                  <a:pt x="6291258" y="5173654"/>
                  <a:pt x="6366685" y="5081623"/>
                </a:cubicBezTo>
                <a:cubicBezTo>
                  <a:pt x="6442113" y="4989591"/>
                  <a:pt x="6535805" y="4943575"/>
                  <a:pt x="6647761" y="4943575"/>
                </a:cubicBezTo>
                <a:close/>
                <a:moveTo>
                  <a:pt x="5819086" y="4943575"/>
                </a:moveTo>
                <a:cubicBezTo>
                  <a:pt x="5872218" y="4943575"/>
                  <a:pt x="5932703" y="4956621"/>
                  <a:pt x="6000541" y="4982712"/>
                </a:cubicBezTo>
                <a:cubicBezTo>
                  <a:pt x="6036119" y="4996470"/>
                  <a:pt x="6065532" y="5003348"/>
                  <a:pt x="6088777" y="5003348"/>
                </a:cubicBezTo>
                <a:cubicBezTo>
                  <a:pt x="6113920" y="5003348"/>
                  <a:pt x="6136453" y="4996470"/>
                  <a:pt x="6156377" y="4982712"/>
                </a:cubicBezTo>
                <a:lnTo>
                  <a:pt x="6167763" y="4989117"/>
                </a:lnTo>
                <a:lnTo>
                  <a:pt x="6159935" y="5002637"/>
                </a:lnTo>
                <a:cubicBezTo>
                  <a:pt x="6117240" y="5077116"/>
                  <a:pt x="6080238" y="5151595"/>
                  <a:pt x="6048928" y="5226074"/>
                </a:cubicBezTo>
                <a:lnTo>
                  <a:pt x="6042524" y="5242441"/>
                </a:lnTo>
                <a:lnTo>
                  <a:pt x="6033274" y="5237460"/>
                </a:lnTo>
                <a:cubicBezTo>
                  <a:pt x="6022363" y="5165352"/>
                  <a:pt x="5996983" y="5108188"/>
                  <a:pt x="5957134" y="5065968"/>
                </a:cubicBezTo>
                <a:cubicBezTo>
                  <a:pt x="5917285" y="5023747"/>
                  <a:pt x="5869135" y="5002637"/>
                  <a:pt x="5812682" y="5002637"/>
                </a:cubicBezTo>
                <a:cubicBezTo>
                  <a:pt x="5752435" y="5002637"/>
                  <a:pt x="5702149" y="5028965"/>
                  <a:pt x="5661826" y="5081623"/>
                </a:cubicBezTo>
                <a:cubicBezTo>
                  <a:pt x="5611067" y="5147088"/>
                  <a:pt x="5585686" y="5258095"/>
                  <a:pt x="5585686" y="5414644"/>
                </a:cubicBezTo>
                <a:cubicBezTo>
                  <a:pt x="5585686" y="5549371"/>
                  <a:pt x="5609050" y="5654922"/>
                  <a:pt x="5655778" y="5731299"/>
                </a:cubicBezTo>
                <a:cubicBezTo>
                  <a:pt x="5702505" y="5807676"/>
                  <a:pt x="5767378" y="5845864"/>
                  <a:pt x="5850396" y="5845864"/>
                </a:cubicBezTo>
                <a:cubicBezTo>
                  <a:pt x="5916811" y="5845864"/>
                  <a:pt x="5969824" y="5823687"/>
                  <a:pt x="6009435" y="5779331"/>
                </a:cubicBezTo>
                <a:cubicBezTo>
                  <a:pt x="6049046" y="5734976"/>
                  <a:pt x="6072647" y="5671526"/>
                  <a:pt x="6080238" y="5588982"/>
                </a:cubicBezTo>
                <a:cubicBezTo>
                  <a:pt x="6082136" y="5569058"/>
                  <a:pt x="6090200" y="5559096"/>
                  <a:pt x="6104431" y="5559096"/>
                </a:cubicBezTo>
                <a:cubicBezTo>
                  <a:pt x="6122933" y="5559096"/>
                  <a:pt x="6132183" y="5574513"/>
                  <a:pt x="6132183" y="5605349"/>
                </a:cubicBezTo>
                <a:cubicBezTo>
                  <a:pt x="6132183" y="5651364"/>
                  <a:pt x="6121747" y="5699041"/>
                  <a:pt x="6100874" y="5748377"/>
                </a:cubicBezTo>
                <a:cubicBezTo>
                  <a:pt x="6056755" y="5852743"/>
                  <a:pt x="5965673" y="5904926"/>
                  <a:pt x="5827626" y="5904926"/>
                </a:cubicBezTo>
                <a:cubicBezTo>
                  <a:pt x="5704284" y="5904926"/>
                  <a:pt x="5606323" y="5861638"/>
                  <a:pt x="5533741" y="5775062"/>
                </a:cubicBezTo>
                <a:cubicBezTo>
                  <a:pt x="5461160" y="5688485"/>
                  <a:pt x="5424868" y="5571430"/>
                  <a:pt x="5424868" y="5423895"/>
                </a:cubicBezTo>
                <a:cubicBezTo>
                  <a:pt x="5424868" y="5287745"/>
                  <a:pt x="5462583" y="5173654"/>
                  <a:pt x="5538011" y="5081623"/>
                </a:cubicBezTo>
                <a:cubicBezTo>
                  <a:pt x="5613438" y="4989591"/>
                  <a:pt x="5707131" y="4943575"/>
                  <a:pt x="5819086" y="4943575"/>
                </a:cubicBezTo>
                <a:close/>
                <a:moveTo>
                  <a:pt x="12305545" y="0"/>
                </a:moveTo>
                <a:lnTo>
                  <a:pt x="17524292" y="0"/>
                </a:lnTo>
                <a:lnTo>
                  <a:pt x="16752714" y="5019649"/>
                </a:lnTo>
                <a:lnTo>
                  <a:pt x="16740697" y="5036348"/>
                </a:lnTo>
                <a:cubicBezTo>
                  <a:pt x="16715702" y="5076375"/>
                  <a:pt x="16690041" y="5133213"/>
                  <a:pt x="16663712" y="5206861"/>
                </a:cubicBezTo>
                <a:lnTo>
                  <a:pt x="16661578" y="5213266"/>
                </a:lnTo>
                <a:lnTo>
                  <a:pt x="16677232" y="5226786"/>
                </a:lnTo>
                <a:lnTo>
                  <a:pt x="16680079" y="5219670"/>
                </a:lnTo>
                <a:cubicBezTo>
                  <a:pt x="16698105" y="5171282"/>
                  <a:pt x="16715717" y="5129773"/>
                  <a:pt x="16732914" y="5095143"/>
                </a:cubicBezTo>
                <a:lnTo>
                  <a:pt x="16744332" y="5074180"/>
                </a:lnTo>
                <a:lnTo>
                  <a:pt x="15784710" y="11317182"/>
                </a:lnTo>
                <a:lnTo>
                  <a:pt x="10565962" y="11317182"/>
                </a:lnTo>
                <a:lnTo>
                  <a:pt x="11392432" y="5940430"/>
                </a:lnTo>
                <a:lnTo>
                  <a:pt x="11430176" y="5930454"/>
                </a:lnTo>
                <a:cubicBezTo>
                  <a:pt x="11472871" y="5914740"/>
                  <a:pt x="11511771" y="5891168"/>
                  <a:pt x="11546876" y="5859740"/>
                </a:cubicBezTo>
                <a:cubicBezTo>
                  <a:pt x="11617085" y="5796884"/>
                  <a:pt x="11652190" y="5720151"/>
                  <a:pt x="11652190" y="5629543"/>
                </a:cubicBezTo>
                <a:cubicBezTo>
                  <a:pt x="11652190" y="5544627"/>
                  <a:pt x="11619932" y="5477738"/>
                  <a:pt x="11555415" y="5428876"/>
                </a:cubicBezTo>
                <a:lnTo>
                  <a:pt x="11555415" y="5433145"/>
                </a:lnTo>
                <a:cubicBezTo>
                  <a:pt x="11606649" y="5487700"/>
                  <a:pt x="11632266" y="5551268"/>
                  <a:pt x="11632266" y="5623850"/>
                </a:cubicBezTo>
                <a:cubicBezTo>
                  <a:pt x="11632266" y="5709714"/>
                  <a:pt x="11598940" y="5782889"/>
                  <a:pt x="11532288" y="5843374"/>
                </a:cubicBezTo>
                <a:cubicBezTo>
                  <a:pt x="11498963" y="5873616"/>
                  <a:pt x="11462109" y="5896298"/>
                  <a:pt x="11421726" y="5911419"/>
                </a:cubicBezTo>
                <a:lnTo>
                  <a:pt x="11395819" y="5918390"/>
                </a:lnTo>
                <a:lnTo>
                  <a:pt x="11402311" y="5876157"/>
                </a:lnTo>
                <a:lnTo>
                  <a:pt x="11406249" y="5875128"/>
                </a:lnTo>
                <a:cubicBezTo>
                  <a:pt x="11442480" y="5861905"/>
                  <a:pt x="11475242" y="5842069"/>
                  <a:pt x="11504536" y="5815622"/>
                </a:cubicBezTo>
                <a:cubicBezTo>
                  <a:pt x="11563124" y="5762727"/>
                  <a:pt x="11592417" y="5697380"/>
                  <a:pt x="11592417" y="5619580"/>
                </a:cubicBezTo>
                <a:cubicBezTo>
                  <a:pt x="11592417" y="5549845"/>
                  <a:pt x="11571010" y="5492385"/>
                  <a:pt x="11528197" y="5447199"/>
                </a:cubicBezTo>
                <a:lnTo>
                  <a:pt x="11474293" y="5407869"/>
                </a:lnTo>
                <a:lnTo>
                  <a:pt x="11509203" y="5180751"/>
                </a:lnTo>
                <a:lnTo>
                  <a:pt x="11521126" y="5155894"/>
                </a:lnTo>
                <a:cubicBezTo>
                  <a:pt x="11527619" y="5142315"/>
                  <a:pt x="11535016" y="5126808"/>
                  <a:pt x="11543318" y="5109374"/>
                </a:cubicBezTo>
                <a:cubicBezTo>
                  <a:pt x="11557075" y="5079488"/>
                  <a:pt x="11573679" y="5048178"/>
                  <a:pt x="11593129" y="5015445"/>
                </a:cubicBezTo>
                <a:lnTo>
                  <a:pt x="11599533" y="5004771"/>
                </a:lnTo>
                <a:lnTo>
                  <a:pt x="11581032" y="4995521"/>
                </a:lnTo>
                <a:lnTo>
                  <a:pt x="11577474" y="5001213"/>
                </a:lnTo>
                <a:lnTo>
                  <a:pt x="11529086" y="5095143"/>
                </a:lnTo>
                <a:lnTo>
                  <a:pt x="11519422" y="5114272"/>
                </a:lnTo>
                <a:lnTo>
                  <a:pt x="11535449" y="5010006"/>
                </a:lnTo>
                <a:lnTo>
                  <a:pt x="11555415" y="4974885"/>
                </a:lnTo>
                <a:lnTo>
                  <a:pt x="11547587" y="4971327"/>
                </a:lnTo>
                <a:lnTo>
                  <a:pt x="11540926" y="497437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9E1DE3-2F14-0224-A480-34A146AD0071}"/>
              </a:ext>
            </a:extLst>
          </p:cNvPr>
          <p:cNvCxnSpPr/>
          <p:nvPr/>
        </p:nvCxnSpPr>
        <p:spPr>
          <a:xfrm>
            <a:off x="146050" y="6035675"/>
            <a:ext cx="10972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D47D55-C4D7-2729-B9AC-D56E02A28623}"/>
              </a:ext>
            </a:extLst>
          </p:cNvPr>
          <p:cNvCxnSpPr>
            <a:cxnSpLocks/>
          </p:cNvCxnSpPr>
          <p:nvPr/>
        </p:nvCxnSpPr>
        <p:spPr>
          <a:xfrm>
            <a:off x="298450" y="6188075"/>
            <a:ext cx="9296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B24DF0-9E0D-E289-1B23-BF2991E4D62F}"/>
              </a:ext>
            </a:extLst>
          </p:cNvPr>
          <p:cNvSpPr txBox="1"/>
          <p:nvPr/>
        </p:nvSpPr>
        <p:spPr>
          <a:xfrm>
            <a:off x="16529050" y="7518014"/>
            <a:ext cx="10202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1800" spc="-10" dirty="0">
                <a:solidFill>
                  <a:srgbClr val="FFFFFF"/>
                </a:solidFill>
                <a:latin typeface="Arial MT"/>
                <a:cs typeface="Arial MT"/>
              </a:rPr>
              <a:t>TEAM  MEMBERS :-</a:t>
            </a:r>
            <a:endParaRPr lang="en-IN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3BA51314-F529-39E4-AC8E-656A8E16D930}"/>
              </a:ext>
            </a:extLst>
          </p:cNvPr>
          <p:cNvSpPr/>
          <p:nvPr/>
        </p:nvSpPr>
        <p:spPr>
          <a:xfrm>
            <a:off x="2610181" y="3355894"/>
            <a:ext cx="2175509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1. Abstract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144" y="2369004"/>
            <a:ext cx="18933978" cy="785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00" spc="80" dirty="0">
                <a:solidFill>
                  <a:srgbClr val="005087"/>
                </a:solidFill>
              </a:rPr>
              <a:t>Contents</a:t>
            </a:r>
            <a:endParaRPr sz="6700"/>
          </a:p>
        </p:txBody>
      </p:sp>
      <p:sp>
        <p:nvSpPr>
          <p:cNvPr id="4" name="object 4"/>
          <p:cNvSpPr txBox="1"/>
          <p:nvPr/>
        </p:nvSpPr>
        <p:spPr>
          <a:xfrm>
            <a:off x="1110715" y="4379836"/>
            <a:ext cx="2175510" cy="28527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5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IN" sz="2550" dirty="0">
              <a:latin typeface="Calibri"/>
              <a:cs typeface="Calibri"/>
            </a:endParaRPr>
          </a:p>
          <a:p>
            <a:pPr marL="31115">
              <a:lnSpc>
                <a:spcPct val="100000"/>
              </a:lnSpc>
            </a:pP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15"/>
              </a:spcBef>
            </a:pPr>
            <a:endParaRPr sz="2700" dirty="0">
              <a:latin typeface="Calibri"/>
              <a:cs typeface="Calibri"/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B12B272C-3511-5E3D-BCC9-B7899F05AFDA}"/>
              </a:ext>
            </a:extLst>
          </p:cNvPr>
          <p:cNvSpPr/>
          <p:nvPr/>
        </p:nvSpPr>
        <p:spPr>
          <a:xfrm>
            <a:off x="13895227" y="3197703"/>
            <a:ext cx="2414928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2. Introduction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054BC0CB-5083-F021-DB9E-74E83A7CBFC5}"/>
              </a:ext>
            </a:extLst>
          </p:cNvPr>
          <p:cNvSpPr/>
          <p:nvPr/>
        </p:nvSpPr>
        <p:spPr>
          <a:xfrm>
            <a:off x="15102692" y="4660262"/>
            <a:ext cx="3741420" cy="85900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F8F8F8"/>
                </a:solidFill>
                <a:cs typeface="Calibri"/>
              </a:rPr>
              <a:t>4..</a:t>
            </a:r>
            <a:r>
              <a:rPr lang="en-IN" sz="2000" spc="-10" dirty="0">
                <a:solidFill>
                  <a:srgbClr val="F8F8F8"/>
                </a:solidFill>
                <a:cs typeface="Calibri"/>
              </a:rPr>
              <a:t> </a:t>
            </a:r>
            <a:r>
              <a:rPr lang="en-IN" sz="2000" spc="90" dirty="0">
                <a:solidFill>
                  <a:srgbClr val="F8F8F8"/>
                </a:solidFill>
                <a:cs typeface="Calibri"/>
              </a:rPr>
              <a:t>Existing</a:t>
            </a:r>
            <a:r>
              <a:rPr lang="en-IN" sz="2000" spc="150" dirty="0">
                <a:solidFill>
                  <a:srgbClr val="F8F8F8"/>
                </a:solidFill>
                <a:cs typeface="Calibri"/>
              </a:rPr>
              <a:t> </a:t>
            </a:r>
            <a:r>
              <a:rPr lang="en-IN" sz="2000" spc="70" dirty="0">
                <a:solidFill>
                  <a:srgbClr val="F8F8F8"/>
                </a:solidFill>
                <a:cs typeface="Calibri"/>
              </a:rPr>
              <a:t>Methodology</a:t>
            </a:r>
            <a:endParaRPr lang="en-IN" sz="2000" dirty="0">
              <a:solidFill>
                <a:srgbClr val="F8F8F8"/>
              </a:solidFill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E3D642ED-C2F2-83CA-BC94-1B5809EE37F6}"/>
              </a:ext>
            </a:extLst>
          </p:cNvPr>
          <p:cNvSpPr/>
          <p:nvPr/>
        </p:nvSpPr>
        <p:spPr>
          <a:xfrm>
            <a:off x="36249" y="6361906"/>
            <a:ext cx="3900740" cy="97709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5. Drawbacks</a:t>
            </a:r>
            <a:endParaRPr lang="en-IN" dirty="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A7274BAC-C0D5-9350-015C-8FE28F5E90AF}"/>
              </a:ext>
            </a:extLst>
          </p:cNvPr>
          <p:cNvSpPr/>
          <p:nvPr/>
        </p:nvSpPr>
        <p:spPr>
          <a:xfrm>
            <a:off x="15259729" y="6262633"/>
            <a:ext cx="4294648" cy="88739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6. Proposed Methodology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EFA82747-CD7F-5686-0C72-284D6B838901}"/>
              </a:ext>
            </a:extLst>
          </p:cNvPr>
          <p:cNvSpPr/>
          <p:nvPr/>
        </p:nvSpPr>
        <p:spPr>
          <a:xfrm>
            <a:off x="1556589" y="8103323"/>
            <a:ext cx="2551861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7. Advantages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F3788389-17D1-1099-7B0C-711B59C0E2A7}"/>
              </a:ext>
            </a:extLst>
          </p:cNvPr>
          <p:cNvSpPr/>
          <p:nvPr/>
        </p:nvSpPr>
        <p:spPr>
          <a:xfrm>
            <a:off x="15102692" y="8145868"/>
            <a:ext cx="2860262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8. Architecture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51415680-30F5-FAAD-2107-1A1679C3402C}"/>
              </a:ext>
            </a:extLst>
          </p:cNvPr>
          <p:cNvSpPr/>
          <p:nvPr/>
        </p:nvSpPr>
        <p:spPr>
          <a:xfrm>
            <a:off x="2610181" y="9488637"/>
            <a:ext cx="2175509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9. Results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2793A87A-D913-3B4A-F7E4-7F5F9FEB0FFC}"/>
              </a:ext>
            </a:extLst>
          </p:cNvPr>
          <p:cNvSpPr/>
          <p:nvPr/>
        </p:nvSpPr>
        <p:spPr>
          <a:xfrm>
            <a:off x="901038" y="4783504"/>
            <a:ext cx="3207412" cy="762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3. Applications</a:t>
            </a:r>
            <a:endParaRPr lang="en-IN" dirty="0"/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142A08B6-8D19-CB7F-7565-7384F744CA84}"/>
              </a:ext>
            </a:extLst>
          </p:cNvPr>
          <p:cNvSpPr/>
          <p:nvPr/>
        </p:nvSpPr>
        <p:spPr>
          <a:xfrm>
            <a:off x="14333778" y="9414702"/>
            <a:ext cx="2517886" cy="72974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10. Conclusion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8A49B9C-7593-086C-D16E-7303E8D75637}"/>
              </a:ext>
            </a:extLst>
          </p:cNvPr>
          <p:cNvSpPr/>
          <p:nvPr/>
        </p:nvSpPr>
        <p:spPr>
          <a:xfrm>
            <a:off x="4318127" y="3016945"/>
            <a:ext cx="10784564" cy="737877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effectLst>
            <a:outerShdw blurRad="50800" dist="50800" dir="5400000" sx="101000" sy="101000" algn="ctr" rotWithShape="0">
              <a:srgbClr val="000000">
                <a:alpha val="97000"/>
              </a:srgbClr>
            </a:outerShdw>
            <a:reflection stA="99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29FE74-7AEC-72B8-80DD-0ADB4B955410}"/>
              </a:ext>
            </a:extLst>
          </p:cNvPr>
          <p:cNvCxnSpPr/>
          <p:nvPr/>
        </p:nvCxnSpPr>
        <p:spPr>
          <a:xfrm flipH="1" flipV="1">
            <a:off x="4785690" y="3959703"/>
            <a:ext cx="694360" cy="420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32372B-226E-2D9D-D57D-758DB844D3FB}"/>
              </a:ext>
            </a:extLst>
          </p:cNvPr>
          <p:cNvCxnSpPr>
            <a:cxnSpLocks/>
          </p:cNvCxnSpPr>
          <p:nvPr/>
        </p:nvCxnSpPr>
        <p:spPr>
          <a:xfrm flipH="1">
            <a:off x="4161089" y="4949246"/>
            <a:ext cx="810492" cy="111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7D4ACE-DEC0-5B72-7E7F-A1A42EC39847}"/>
              </a:ext>
            </a:extLst>
          </p:cNvPr>
          <p:cNvCxnSpPr>
            <a:cxnSpLocks/>
          </p:cNvCxnSpPr>
          <p:nvPr/>
        </p:nvCxnSpPr>
        <p:spPr>
          <a:xfrm flipH="1">
            <a:off x="3697935" y="5806188"/>
            <a:ext cx="791653" cy="577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429192-625F-E0E1-EDFE-C15AE5924B2B}"/>
              </a:ext>
            </a:extLst>
          </p:cNvPr>
          <p:cNvCxnSpPr>
            <a:cxnSpLocks/>
          </p:cNvCxnSpPr>
          <p:nvPr/>
        </p:nvCxnSpPr>
        <p:spPr>
          <a:xfrm flipH="1">
            <a:off x="3542777" y="7285771"/>
            <a:ext cx="817914" cy="817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18E8ED-14F6-494D-7099-FDEB8CFC8E71}"/>
              </a:ext>
            </a:extLst>
          </p:cNvPr>
          <p:cNvCxnSpPr>
            <a:cxnSpLocks/>
          </p:cNvCxnSpPr>
          <p:nvPr/>
        </p:nvCxnSpPr>
        <p:spPr>
          <a:xfrm flipH="1">
            <a:off x="4438511" y="8048486"/>
            <a:ext cx="208115" cy="1440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3B9103-F681-ABDF-1F7D-64C93C149A4F}"/>
              </a:ext>
            </a:extLst>
          </p:cNvPr>
          <p:cNvCxnSpPr>
            <a:stCxn id="24" idx="7"/>
          </p:cNvCxnSpPr>
          <p:nvPr/>
        </p:nvCxnSpPr>
        <p:spPr>
          <a:xfrm flipV="1">
            <a:off x="13523328" y="3736894"/>
            <a:ext cx="371899" cy="360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057BCF-4368-828F-3E1F-D466D0FD7CFB}"/>
              </a:ext>
            </a:extLst>
          </p:cNvPr>
          <p:cNvCxnSpPr>
            <a:cxnSpLocks/>
          </p:cNvCxnSpPr>
          <p:nvPr/>
        </p:nvCxnSpPr>
        <p:spPr>
          <a:xfrm>
            <a:off x="13895227" y="4379836"/>
            <a:ext cx="1364502" cy="43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4EB22AF-6091-A5DA-3D06-C971336B8160}"/>
              </a:ext>
            </a:extLst>
          </p:cNvPr>
          <p:cNvCxnSpPr>
            <a:cxnSpLocks/>
          </p:cNvCxnSpPr>
          <p:nvPr/>
        </p:nvCxnSpPr>
        <p:spPr>
          <a:xfrm>
            <a:off x="14651301" y="5266792"/>
            <a:ext cx="1134672" cy="949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A1E593-1F67-5D13-0572-6B85CF776873}"/>
              </a:ext>
            </a:extLst>
          </p:cNvPr>
          <p:cNvCxnSpPr>
            <a:cxnSpLocks/>
          </p:cNvCxnSpPr>
          <p:nvPr/>
        </p:nvCxnSpPr>
        <p:spPr>
          <a:xfrm>
            <a:off x="15094274" y="7057339"/>
            <a:ext cx="426199" cy="991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CCD162A-425B-F5DE-FECE-6D83D65CE703}"/>
              </a:ext>
            </a:extLst>
          </p:cNvPr>
          <p:cNvCxnSpPr>
            <a:cxnSpLocks/>
          </p:cNvCxnSpPr>
          <p:nvPr/>
        </p:nvCxnSpPr>
        <p:spPr>
          <a:xfrm>
            <a:off x="14808339" y="7876627"/>
            <a:ext cx="108403" cy="1538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1AAA6E2-C379-698A-D4DA-7F9C1D7DF18E}"/>
              </a:ext>
            </a:extLst>
          </p:cNvPr>
          <p:cNvSpPr/>
          <p:nvPr/>
        </p:nvSpPr>
        <p:spPr>
          <a:xfrm>
            <a:off x="4318126" y="3016946"/>
            <a:ext cx="10815168" cy="7378769"/>
          </a:xfrm>
          <a:prstGeom prst="ellipse">
            <a:avLst/>
          </a:prstGeom>
          <a:noFill/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9F1A96-4FB7-A35E-44B5-B8D72A227B70}"/>
              </a:ext>
            </a:extLst>
          </p:cNvPr>
          <p:cNvSpPr/>
          <p:nvPr/>
        </p:nvSpPr>
        <p:spPr>
          <a:xfrm>
            <a:off x="298450" y="3668346"/>
            <a:ext cx="9437143" cy="6550335"/>
          </a:xfrm>
          <a:prstGeom prst="roundRect">
            <a:avLst/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5"/>
              </a:spcBef>
            </a:pPr>
            <a:r>
              <a:rPr b="1" spc="-390" dirty="0">
                <a:solidFill>
                  <a:srgbClr val="005085"/>
                </a:solidFill>
                <a:latin typeface="Cambria"/>
                <a:cs typeface="Cambria"/>
              </a:rPr>
              <a:t>Abstract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135" y="3961001"/>
            <a:ext cx="9014460" cy="59080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5875" marR="304165" indent="10160">
              <a:lnSpc>
                <a:spcPct val="117000"/>
              </a:lnSpc>
              <a:spcBef>
                <a:spcPts val="200"/>
              </a:spcBef>
            </a:pP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The</a:t>
            </a:r>
            <a:r>
              <a:rPr sz="3100" spc="18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33333"/>
                </a:solidFill>
                <a:latin typeface="Calibri"/>
                <a:cs typeface="Calibri"/>
              </a:rPr>
              <a:t>Bank</a:t>
            </a:r>
            <a:r>
              <a:rPr sz="3100" b="1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b="1" spc="55" dirty="0">
                <a:solidFill>
                  <a:srgbClr val="313131"/>
                </a:solidFill>
                <a:latin typeface="Calibri"/>
                <a:cs typeface="Calibri"/>
              </a:rPr>
              <a:t>Account</a:t>
            </a:r>
            <a:r>
              <a:rPr sz="3100" b="1" spc="3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43434"/>
                </a:solidFill>
                <a:latin typeface="Calibri"/>
                <a:cs typeface="Calibri"/>
              </a:rPr>
              <a:t>Simulation</a:t>
            </a:r>
            <a:r>
              <a:rPr sz="3100" b="1" spc="2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b="1" spc="70" dirty="0">
                <a:solidFill>
                  <a:srgbClr val="2F2F2F"/>
                </a:solidFill>
                <a:latin typeface="Calibri"/>
                <a:cs typeface="Calibri"/>
              </a:rPr>
              <a:t>System</a:t>
            </a:r>
            <a:r>
              <a:rPr sz="3100" b="1" spc="2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14141"/>
                </a:solidFill>
                <a:latin typeface="Calibri"/>
                <a:cs typeface="Calibri"/>
              </a:rPr>
              <a:t>is</a:t>
            </a:r>
            <a:r>
              <a:rPr sz="3100" spc="6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designed</a:t>
            </a:r>
            <a:r>
              <a:rPr sz="3100" spc="20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manage</a:t>
            </a:r>
            <a:r>
              <a:rPr sz="31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customer</a:t>
            </a:r>
            <a:r>
              <a:rPr sz="3100" spc="1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account</a:t>
            </a:r>
            <a:r>
              <a:rPr sz="3100" spc="2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A3A3A"/>
                </a:solidFill>
                <a:latin typeface="Calibri"/>
                <a:cs typeface="Calibri"/>
              </a:rPr>
              <a:t>details,</a:t>
            </a:r>
            <a:r>
              <a:rPr sz="3100" spc="7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facilitate</a:t>
            </a:r>
            <a:r>
              <a:rPr sz="3100" spc="2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secure </a:t>
            </a:r>
            <a:r>
              <a:rPr sz="3100" dirty="0">
                <a:solidFill>
                  <a:srgbClr val="282828"/>
                </a:solidFill>
                <a:latin typeface="Calibri"/>
                <a:cs typeface="Calibri"/>
              </a:rPr>
              <a:t>transactions,</a:t>
            </a:r>
            <a:r>
              <a:rPr sz="3100" spc="13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3100" spc="-9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perform</a:t>
            </a:r>
            <a:r>
              <a:rPr sz="3100" spc="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automated</a:t>
            </a:r>
            <a:r>
              <a:rPr sz="3100" spc="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balance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calculations.</a:t>
            </a:r>
            <a:r>
              <a:rPr sz="3100" spc="1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This</a:t>
            </a:r>
            <a:r>
              <a:rPr sz="3100" spc="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project</a:t>
            </a:r>
            <a:r>
              <a:rPr sz="3100" spc="1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simulates</a:t>
            </a:r>
            <a:r>
              <a:rPr sz="3100" spc="2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core</a:t>
            </a:r>
            <a:r>
              <a:rPr sz="3100" spc="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banking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features</a:t>
            </a:r>
            <a:r>
              <a:rPr sz="3100" spc="20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65" dirty="0">
                <a:solidFill>
                  <a:srgbClr val="343434"/>
                </a:solidFill>
                <a:latin typeface="Calibri"/>
                <a:cs typeface="Calibri"/>
              </a:rPr>
              <a:t>such</a:t>
            </a:r>
            <a:r>
              <a:rPr sz="3100" spc="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50" dirty="0">
                <a:solidFill>
                  <a:srgbClr val="3D3D3D"/>
                </a:solidFill>
                <a:latin typeface="Calibri"/>
                <a:cs typeface="Calibri"/>
              </a:rPr>
              <a:t>as</a:t>
            </a:r>
            <a:r>
              <a:rPr sz="3100" spc="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account</a:t>
            </a:r>
            <a:r>
              <a:rPr sz="3100" spc="2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creation,</a:t>
            </a:r>
            <a:r>
              <a:rPr sz="3100" spc="8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deposits, </a:t>
            </a:r>
            <a:r>
              <a:rPr sz="3100" spc="-50" dirty="0">
                <a:solidFill>
                  <a:srgbClr val="343434"/>
                </a:solidFill>
                <a:latin typeface="Calibri"/>
                <a:cs typeface="Calibri"/>
              </a:rPr>
              <a:t>withdrawals,</a:t>
            </a:r>
            <a:r>
              <a:rPr sz="3100" spc="20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3100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balance</a:t>
            </a:r>
            <a:r>
              <a:rPr sz="3100" spc="20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inquiries.</a:t>
            </a:r>
            <a:endParaRPr sz="3100">
              <a:latin typeface="Calibri"/>
              <a:cs typeface="Calibri"/>
            </a:endParaRPr>
          </a:p>
          <a:p>
            <a:pPr marL="19685" marR="5080" indent="-7620">
              <a:lnSpc>
                <a:spcPct val="116399"/>
              </a:lnSpc>
              <a:spcBef>
                <a:spcPts val="2780"/>
              </a:spcBef>
              <a:tabLst>
                <a:tab pos="4514215" algn="l"/>
              </a:tabLst>
            </a:pPr>
            <a:r>
              <a:rPr sz="3100" dirty="0">
                <a:solidFill>
                  <a:srgbClr val="3D4862"/>
                </a:solidFill>
                <a:latin typeface="Calibri"/>
                <a:cs typeface="Calibri"/>
              </a:rPr>
              <a:t>By</a:t>
            </a:r>
            <a:r>
              <a:rPr sz="3100" spc="-85" dirty="0">
                <a:solidFill>
                  <a:srgbClr val="3D4862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13131"/>
                </a:solidFill>
                <a:latin typeface="Calibri"/>
                <a:cs typeface="Calibri"/>
              </a:rPr>
              <a:t>utilizing</a:t>
            </a:r>
            <a:r>
              <a:rPr sz="3100" spc="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4457"/>
                </a:solidFill>
                <a:latin typeface="Calibri"/>
                <a:cs typeface="Calibri"/>
              </a:rPr>
              <a:t>C</a:t>
            </a:r>
            <a:r>
              <a:rPr sz="3100" spc="204" dirty="0">
                <a:solidFill>
                  <a:srgbClr val="2F4457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3D3D3D"/>
                </a:solidFill>
                <a:latin typeface="Calibri"/>
                <a:cs typeface="Calibri"/>
              </a:rPr>
              <a:t>programming</a:t>
            </a:r>
            <a:r>
              <a:rPr sz="3100" b="1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2A2A2A"/>
                </a:solidFill>
                <a:latin typeface="Calibri"/>
                <a:cs typeface="Calibri"/>
              </a:rPr>
              <a:t>structures</a:t>
            </a:r>
            <a:r>
              <a:rPr sz="3100" spc="2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3100" spc="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26486D"/>
                </a:solidFill>
                <a:latin typeface="Calibri"/>
                <a:cs typeface="Calibri"/>
              </a:rPr>
              <a:t>file</a:t>
            </a:r>
            <a:r>
              <a:rPr sz="3100" spc="114" dirty="0">
                <a:solidFill>
                  <a:srgbClr val="26486D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B2B2B"/>
                </a:solidFill>
                <a:latin typeface="Calibri"/>
                <a:cs typeface="Calibri"/>
              </a:rPr>
              <a:t>handling,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this</a:t>
            </a:r>
            <a:r>
              <a:rPr sz="3100" spc="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system</a:t>
            </a:r>
            <a:r>
              <a:rPr sz="3100" spc="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50" dirty="0">
                <a:solidFill>
                  <a:srgbClr val="363636"/>
                </a:solidFill>
                <a:latin typeface="Calibri"/>
                <a:cs typeface="Calibri"/>
              </a:rPr>
              <a:t>reduces</a:t>
            </a:r>
            <a:r>
              <a:rPr sz="3100" spc="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D3D3D"/>
                </a:solidFill>
                <a:latin typeface="Calibri"/>
                <a:cs typeface="Calibri"/>
              </a:rPr>
              <a:t>manual</a:t>
            </a:r>
            <a:r>
              <a:rPr sz="3100" spc="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35" dirty="0">
                <a:solidFill>
                  <a:srgbClr val="343434"/>
                </a:solidFill>
                <a:latin typeface="Calibri"/>
                <a:cs typeface="Calibri"/>
              </a:rPr>
              <a:t>effort,</a:t>
            </a:r>
            <a:r>
              <a:rPr sz="3100" spc="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minimizes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calculation</a:t>
            </a:r>
            <a:r>
              <a:rPr sz="3100" spc="2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363636"/>
                </a:solidFill>
                <a:latin typeface="Calibri"/>
                <a:cs typeface="Calibri"/>
              </a:rPr>
              <a:t>errors,</a:t>
            </a:r>
            <a:r>
              <a:rPr sz="3100" spc="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34669"/>
                </a:solidFill>
                <a:latin typeface="Calibri"/>
                <a:cs typeface="Calibri"/>
              </a:rPr>
              <a:t>and</a:t>
            </a:r>
            <a:r>
              <a:rPr sz="3100" spc="-5" dirty="0">
                <a:solidFill>
                  <a:srgbClr val="23466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provides</a:t>
            </a:r>
            <a:r>
              <a:rPr sz="3100" spc="25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114" dirty="0">
                <a:solidFill>
                  <a:srgbClr val="334259"/>
                </a:solidFill>
                <a:latin typeface="Calibri"/>
                <a:cs typeface="Calibri"/>
              </a:rPr>
              <a:t>a</a:t>
            </a:r>
            <a:r>
              <a:rPr sz="3100" spc="-130" dirty="0">
                <a:solidFill>
                  <a:srgbClr val="3342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persistent</a:t>
            </a:r>
            <a:r>
              <a:rPr sz="3100" spc="3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record</a:t>
            </a:r>
            <a:r>
              <a:rPr sz="3100" spc="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83838"/>
                </a:solidFill>
                <a:latin typeface="Calibri"/>
                <a:cs typeface="Calibri"/>
              </a:rPr>
              <a:t>of </a:t>
            </a:r>
            <a:r>
              <a:rPr sz="3100" dirty="0">
                <a:solidFill>
                  <a:srgbClr val="2A5272"/>
                </a:solidFill>
                <a:latin typeface="Calibri"/>
                <a:cs typeface="Calibri"/>
              </a:rPr>
              <a:t>all</a:t>
            </a:r>
            <a:r>
              <a:rPr sz="3100" spc="-160" dirty="0">
                <a:solidFill>
                  <a:srgbClr val="2A5272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financial</a:t>
            </a:r>
            <a:r>
              <a:rPr sz="3100" spc="-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B2B2B"/>
                </a:solidFill>
                <a:latin typeface="Calibri"/>
                <a:cs typeface="Calibri"/>
              </a:rPr>
              <a:t>activities.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A1A2F03B-EF8B-54BD-F8BA-B97F1255D98E}"/>
              </a:ext>
            </a:extLst>
          </p:cNvPr>
          <p:cNvSpPr/>
          <p:nvPr/>
        </p:nvSpPr>
        <p:spPr>
          <a:xfrm>
            <a:off x="11042650" y="3100478"/>
            <a:ext cx="7924800" cy="7629085"/>
          </a:xfrm>
          <a:prstGeom prst="pie">
            <a:avLst>
              <a:gd name="adj1" fmla="val 16356038"/>
              <a:gd name="adj2" fmla="val 10854382"/>
            </a:avLst>
          </a:prstGeom>
          <a:blipFill>
            <a:blip r:embed="rId3"/>
            <a:stretch>
              <a:fillRect/>
            </a:stretch>
          </a:blipFill>
          <a:effectLst>
            <a:outerShdw blurRad="50800" dist="50800" dir="5400000" algn="ctr" rotWithShape="0">
              <a:srgbClr val="000000">
                <a:alpha val="96000"/>
              </a:srgbClr>
            </a:outerShdw>
            <a:reflection stA="79000" endPos="50000" dist="50800" dir="5400000" sy="-100000" algn="bl" rotWithShape="0"/>
          </a:effectLst>
          <a:scene3d>
            <a:camera prst="orthographicFront">
              <a:rot lat="0" lon="1800000" rev="0"/>
            </a:camera>
            <a:lightRig rig="threePt" dir="t"/>
          </a:scene3d>
          <a:sp3d>
            <a:bevelT w="165100" prst="angle"/>
            <a:bevelB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106" y="4146470"/>
            <a:ext cx="9015432" cy="2041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52561" y="4146470"/>
            <a:ext cx="9015432" cy="196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034D8C"/>
                </a:solidFill>
              </a:rPr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6216" y="5031649"/>
            <a:ext cx="8034655" cy="39497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3495" algn="ctr">
              <a:lnSpc>
                <a:spcPct val="100000"/>
              </a:lnSpc>
              <a:spcBef>
                <a:spcPts val="120"/>
              </a:spcBef>
            </a:pPr>
            <a:r>
              <a:rPr sz="4100" spc="-60" dirty="0">
                <a:solidFill>
                  <a:srgbClr val="0C3352"/>
                </a:solidFill>
                <a:latin typeface="Cambria"/>
                <a:cs typeface="Cambria"/>
              </a:rPr>
              <a:t>The</a:t>
            </a:r>
            <a:r>
              <a:rPr sz="4100" spc="-150" dirty="0">
                <a:solidFill>
                  <a:srgbClr val="0C3352"/>
                </a:solidFill>
                <a:latin typeface="Cambria"/>
                <a:cs typeface="Cambria"/>
              </a:rPr>
              <a:t> </a:t>
            </a:r>
            <a:r>
              <a:rPr sz="4100" spc="-10" dirty="0">
                <a:solidFill>
                  <a:srgbClr val="002A4B"/>
                </a:solidFill>
                <a:latin typeface="Cambria"/>
                <a:cs typeface="Cambria"/>
              </a:rPr>
              <a:t>Challenge</a:t>
            </a:r>
            <a:endParaRPr sz="4100">
              <a:latin typeface="Cambria"/>
              <a:cs typeface="Cambria"/>
            </a:endParaRPr>
          </a:p>
          <a:p>
            <a:pPr marL="12065" marR="5080" indent="-7620" algn="ctr">
              <a:lnSpc>
                <a:spcPct val="117200"/>
              </a:lnSpc>
              <a:spcBef>
                <a:spcPts val="4160"/>
              </a:spcBef>
            </a:pPr>
            <a:r>
              <a:rPr sz="3100" dirty="0">
                <a:solidFill>
                  <a:srgbClr val="3D4470"/>
                </a:solidFill>
                <a:latin typeface="Calibri"/>
                <a:cs typeface="Calibri"/>
              </a:rPr>
              <a:t>In</a:t>
            </a:r>
            <a:r>
              <a:rPr sz="3100" spc="-105" dirty="0">
                <a:solidFill>
                  <a:srgbClr val="3D447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4662"/>
                </a:solidFill>
                <a:latin typeface="Calibri"/>
                <a:cs typeface="Calibri"/>
              </a:rPr>
              <a:t>many</a:t>
            </a:r>
            <a:r>
              <a:rPr sz="3100" spc="35" dirty="0">
                <a:solidFill>
                  <a:srgbClr val="314662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3D4D67"/>
                </a:solidFill>
                <a:latin typeface="Calibri"/>
                <a:cs typeface="Calibri"/>
              </a:rPr>
              <a:t>traditional</a:t>
            </a:r>
            <a:r>
              <a:rPr sz="3100" spc="150" dirty="0">
                <a:solidFill>
                  <a:srgbClr val="3D4D67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setups,</a:t>
            </a:r>
            <a:r>
              <a:rPr sz="3100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A3A3A"/>
                </a:solidFill>
                <a:latin typeface="Calibri"/>
                <a:cs typeface="Calibri"/>
              </a:rPr>
              <a:t>handling</a:t>
            </a:r>
            <a:r>
              <a:rPr sz="3100" spc="6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D3D3D"/>
                </a:solidFill>
                <a:latin typeface="Calibri"/>
                <a:cs typeface="Calibri"/>
              </a:rPr>
              <a:t>customer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bank</a:t>
            </a:r>
            <a:r>
              <a:rPr sz="3100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65" dirty="0">
                <a:solidFill>
                  <a:srgbClr val="3B3B3B"/>
                </a:solidFill>
                <a:latin typeface="Calibri"/>
                <a:cs typeface="Calibri"/>
              </a:rPr>
              <a:t>accounts</a:t>
            </a:r>
            <a:r>
              <a:rPr sz="3100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314167"/>
                </a:solidFill>
                <a:latin typeface="Calibri"/>
                <a:cs typeface="Calibri"/>
              </a:rPr>
              <a:t>manually</a:t>
            </a:r>
            <a:r>
              <a:rPr sz="3100" spc="155" dirty="0">
                <a:solidFill>
                  <a:srgbClr val="314167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3100" spc="1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0" dirty="0">
                <a:solidFill>
                  <a:srgbClr val="383838"/>
                </a:solidFill>
                <a:latin typeface="Calibri"/>
                <a:cs typeface="Calibri"/>
              </a:rPr>
              <a:t>time—</a:t>
            </a:r>
            <a:r>
              <a:rPr sz="3100" spc="-70" dirty="0">
                <a:solidFill>
                  <a:srgbClr val="383838"/>
                </a:solidFill>
                <a:latin typeface="Calibri"/>
                <a:cs typeface="Calibri"/>
              </a:rPr>
              <a:t>consuming</a:t>
            </a:r>
            <a:r>
              <a:rPr sz="3100" spc="-7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84959"/>
                </a:solidFill>
                <a:latin typeface="Calibri"/>
                <a:cs typeface="Calibri"/>
              </a:rPr>
              <a:t>and </a:t>
            </a:r>
            <a:r>
              <a:rPr sz="3100" dirty="0">
                <a:solidFill>
                  <a:srgbClr val="597290"/>
                </a:solidFill>
                <a:latin typeface="Calibri"/>
                <a:cs typeface="Calibri"/>
              </a:rPr>
              <a:t>prone</a:t>
            </a:r>
            <a:r>
              <a:rPr sz="3100" spc="45" dirty="0">
                <a:solidFill>
                  <a:srgbClr val="59729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sz="3100" spc="-1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B2B2B"/>
                </a:solidFill>
                <a:latin typeface="Calibri"/>
                <a:cs typeface="Calibri"/>
              </a:rPr>
              <a:t>human</a:t>
            </a:r>
            <a:r>
              <a:rPr sz="31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3D3D3D"/>
                </a:solidFill>
                <a:latin typeface="Calibri"/>
                <a:cs typeface="Calibri"/>
              </a:rPr>
              <a:t>error.</a:t>
            </a:r>
            <a:r>
              <a:rPr sz="3100" spc="-1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30" dirty="0">
                <a:solidFill>
                  <a:srgbClr val="343434"/>
                </a:solidFill>
                <a:latin typeface="Calibri"/>
                <a:cs typeface="Calibri"/>
              </a:rPr>
              <a:t>Paper—</a:t>
            </a:r>
            <a:r>
              <a:rPr sz="3100" spc="-50" dirty="0">
                <a:solidFill>
                  <a:srgbClr val="343434"/>
                </a:solidFill>
                <a:latin typeface="Calibri"/>
                <a:cs typeface="Calibri"/>
              </a:rPr>
              <a:t>based</a:t>
            </a:r>
            <a:r>
              <a:rPr sz="3100" spc="1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ledgers</a:t>
            </a:r>
            <a:r>
              <a:rPr sz="3100" spc="10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A3F56"/>
                </a:solidFill>
                <a:latin typeface="Calibri"/>
                <a:cs typeface="Calibri"/>
              </a:rPr>
              <a:t>make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3100" spc="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difficult</a:t>
            </a:r>
            <a:r>
              <a:rPr sz="3100" spc="2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24242"/>
                </a:solidFill>
                <a:latin typeface="Calibri"/>
                <a:cs typeface="Calibri"/>
              </a:rPr>
              <a:t>to</a:t>
            </a:r>
            <a:r>
              <a:rPr sz="31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search</a:t>
            </a:r>
            <a:r>
              <a:rPr sz="3100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A4B6E"/>
                </a:solidFill>
                <a:latin typeface="Calibri"/>
                <a:cs typeface="Calibri"/>
              </a:rPr>
              <a:t>for</a:t>
            </a:r>
            <a:r>
              <a:rPr sz="3100" spc="-25" dirty="0">
                <a:solidFill>
                  <a:srgbClr val="2A4B6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4670"/>
                </a:solidFill>
                <a:latin typeface="Calibri"/>
                <a:cs typeface="Calibri"/>
              </a:rPr>
              <a:t>records</a:t>
            </a:r>
            <a:r>
              <a:rPr sz="3100" spc="170" dirty="0">
                <a:solidFill>
                  <a:srgbClr val="2F467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4675"/>
                </a:solidFill>
                <a:latin typeface="Calibri"/>
                <a:cs typeface="Calibri"/>
              </a:rPr>
              <a:t>or</a:t>
            </a:r>
            <a:r>
              <a:rPr sz="3100" spc="-10" dirty="0">
                <a:solidFill>
                  <a:srgbClr val="344675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4867"/>
                </a:solidFill>
                <a:latin typeface="Calibri"/>
                <a:cs typeface="Calibri"/>
              </a:rPr>
              <a:t>generate</a:t>
            </a:r>
            <a:r>
              <a:rPr sz="3100" spc="204" dirty="0">
                <a:solidFill>
                  <a:srgbClr val="3B4867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A4460"/>
                </a:solidFill>
                <a:latin typeface="Calibri"/>
                <a:cs typeface="Calibri"/>
              </a:rPr>
              <a:t>quick </a:t>
            </a:r>
            <a:r>
              <a:rPr sz="3100" spc="-10" dirty="0">
                <a:solidFill>
                  <a:srgbClr val="3A3A3A"/>
                </a:solidFill>
                <a:latin typeface="Calibri"/>
                <a:cs typeface="Calibri"/>
              </a:rPr>
              <a:t>reports.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31854" y="5031649"/>
            <a:ext cx="8060055" cy="3943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20"/>
              </a:spcBef>
            </a:pPr>
            <a:r>
              <a:rPr sz="4100" dirty="0">
                <a:solidFill>
                  <a:srgbClr val="05243B"/>
                </a:solidFill>
                <a:latin typeface="Cambria"/>
                <a:cs typeface="Cambria"/>
              </a:rPr>
              <a:t>The</a:t>
            </a:r>
            <a:r>
              <a:rPr sz="4100" spc="-190" dirty="0">
                <a:solidFill>
                  <a:srgbClr val="05243B"/>
                </a:solidFill>
                <a:latin typeface="Cambria"/>
                <a:cs typeface="Cambria"/>
              </a:rPr>
              <a:t> </a:t>
            </a:r>
            <a:r>
              <a:rPr sz="4100" spc="-10" dirty="0">
                <a:solidFill>
                  <a:srgbClr val="07365D"/>
                </a:solidFill>
                <a:latin typeface="Cambria"/>
                <a:cs typeface="Cambria"/>
              </a:rPr>
              <a:t>Solution</a:t>
            </a:r>
            <a:endParaRPr sz="4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41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950" dirty="0">
                <a:solidFill>
                  <a:srgbClr val="214669"/>
                </a:solidFill>
                <a:latin typeface="Calibri"/>
                <a:cs typeface="Calibri"/>
              </a:rPr>
              <a:t>To</a:t>
            </a:r>
            <a:r>
              <a:rPr sz="2950" spc="105" dirty="0">
                <a:solidFill>
                  <a:srgbClr val="214669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D3D3D"/>
                </a:solidFill>
                <a:latin typeface="Calibri"/>
                <a:cs typeface="Calibri"/>
              </a:rPr>
              <a:t>solve</a:t>
            </a:r>
            <a:r>
              <a:rPr sz="2950" spc="20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A3A3A"/>
                </a:solidFill>
                <a:latin typeface="Calibri"/>
                <a:cs typeface="Calibri"/>
              </a:rPr>
              <a:t>this,</a:t>
            </a:r>
            <a:r>
              <a:rPr sz="2950" spc="8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950" spc="50" dirty="0">
                <a:solidFill>
                  <a:srgbClr val="3B3B3B"/>
                </a:solidFill>
                <a:latin typeface="Calibri"/>
                <a:cs typeface="Calibri"/>
              </a:rPr>
              <a:t>we</a:t>
            </a:r>
            <a:r>
              <a:rPr sz="2950" spc="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75" dirty="0">
                <a:solidFill>
                  <a:srgbClr val="3F496D"/>
                </a:solidFill>
                <a:latin typeface="Calibri"/>
                <a:cs typeface="Calibri"/>
              </a:rPr>
              <a:t>developed</a:t>
            </a:r>
            <a:r>
              <a:rPr sz="2950" spc="280" dirty="0">
                <a:solidFill>
                  <a:srgbClr val="3F496D"/>
                </a:solidFill>
                <a:latin typeface="Calibri"/>
                <a:cs typeface="Calibri"/>
              </a:rPr>
              <a:t> </a:t>
            </a:r>
            <a:r>
              <a:rPr sz="2950" spc="80" dirty="0">
                <a:solidFill>
                  <a:srgbClr val="314B60"/>
                </a:solidFill>
                <a:latin typeface="Calibri"/>
                <a:cs typeface="Calibri"/>
              </a:rPr>
              <a:t>a</a:t>
            </a:r>
            <a:r>
              <a:rPr sz="2950" spc="100" dirty="0">
                <a:solidFill>
                  <a:srgbClr val="314B60"/>
                </a:solidFill>
                <a:latin typeface="Calibri"/>
                <a:cs typeface="Calibri"/>
              </a:rPr>
              <a:t> </a:t>
            </a:r>
            <a:r>
              <a:rPr sz="2950" spc="120" dirty="0">
                <a:solidFill>
                  <a:srgbClr val="3F3F3F"/>
                </a:solidFill>
                <a:latin typeface="Calibri"/>
                <a:cs typeface="Calibri"/>
              </a:rPr>
              <a:t>Simulation</a:t>
            </a:r>
            <a:r>
              <a:rPr sz="2950" spc="1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950" spc="130" dirty="0">
                <a:solidFill>
                  <a:srgbClr val="232323"/>
                </a:solidFill>
                <a:latin typeface="Calibri"/>
                <a:cs typeface="Calibri"/>
              </a:rPr>
              <a:t>System.</a:t>
            </a:r>
            <a:endParaRPr sz="2950">
              <a:latin typeface="Calibri"/>
              <a:cs typeface="Calibri"/>
            </a:endParaRPr>
          </a:p>
          <a:p>
            <a:pPr marL="107314" marR="139065" indent="10160" algn="ctr">
              <a:lnSpc>
                <a:spcPct val="124400"/>
              </a:lnSpc>
              <a:spcBef>
                <a:spcPts val="240"/>
              </a:spcBef>
            </a:pPr>
            <a:r>
              <a:rPr sz="2800" dirty="0">
                <a:solidFill>
                  <a:srgbClr val="364B6E"/>
                </a:solidFill>
                <a:latin typeface="Calibri"/>
                <a:cs typeface="Calibri"/>
              </a:rPr>
              <a:t>It</a:t>
            </a:r>
            <a:r>
              <a:rPr sz="2800" spc="185" dirty="0">
                <a:solidFill>
                  <a:srgbClr val="364B6E"/>
                </a:solidFill>
                <a:latin typeface="Calibri"/>
                <a:cs typeface="Calibri"/>
              </a:rPr>
              <a:t> </a:t>
            </a:r>
            <a:r>
              <a:rPr sz="2800" spc="145" dirty="0">
                <a:solidFill>
                  <a:srgbClr val="3B3B3B"/>
                </a:solidFill>
                <a:latin typeface="Calibri"/>
                <a:cs typeface="Calibri"/>
              </a:rPr>
              <a:t>stores</a:t>
            </a:r>
            <a:r>
              <a:rPr sz="2800" spc="2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170" dirty="0">
                <a:solidFill>
                  <a:srgbClr val="383838"/>
                </a:solidFill>
                <a:latin typeface="Calibri"/>
                <a:cs typeface="Calibri"/>
              </a:rPr>
              <a:t>customer</a:t>
            </a:r>
            <a:r>
              <a:rPr sz="2800" spc="3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120" dirty="0">
                <a:solidFill>
                  <a:srgbClr val="343434"/>
                </a:solidFill>
                <a:latin typeface="Calibri"/>
                <a:cs typeface="Calibri"/>
              </a:rPr>
              <a:t>details</a:t>
            </a:r>
            <a:r>
              <a:rPr sz="2800" spc="2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solidFill>
                  <a:srgbClr val="383838"/>
                </a:solidFill>
                <a:latin typeface="Calibri"/>
                <a:cs typeface="Calibri"/>
              </a:rPr>
              <a:t>efficiently,</a:t>
            </a:r>
            <a:r>
              <a:rPr sz="2800" spc="1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libri"/>
                <a:cs typeface="Calibri"/>
              </a:rPr>
              <a:t>calculates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interest</a:t>
            </a:r>
            <a:r>
              <a:rPr sz="3100" spc="27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D2D2D"/>
                </a:solidFill>
                <a:latin typeface="Calibri"/>
                <a:cs typeface="Calibri"/>
              </a:rPr>
              <a:t>automatically,</a:t>
            </a:r>
            <a:r>
              <a:rPr sz="3100" spc="-1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3100" spc="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62626"/>
                </a:solidFill>
                <a:latin typeface="Calibri"/>
                <a:cs typeface="Calibri"/>
              </a:rPr>
              <a:t>manages</a:t>
            </a:r>
            <a:r>
              <a:rPr sz="3100" spc="229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83838"/>
                </a:solidFill>
                <a:latin typeface="Calibri"/>
                <a:cs typeface="Calibri"/>
              </a:rPr>
              <a:t>transaction </a:t>
            </a:r>
            <a:r>
              <a:rPr sz="2800" spc="130" dirty="0">
                <a:solidFill>
                  <a:srgbClr val="363636"/>
                </a:solidFill>
                <a:latin typeface="Calibri"/>
                <a:cs typeface="Calibri"/>
              </a:rPr>
              <a:t>history</a:t>
            </a:r>
            <a:r>
              <a:rPr sz="2800" spc="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140" dirty="0">
                <a:solidFill>
                  <a:srgbClr val="343434"/>
                </a:solidFill>
                <a:latin typeface="Calibri"/>
                <a:cs typeface="Calibri"/>
              </a:rPr>
              <a:t>using</a:t>
            </a:r>
            <a:r>
              <a:rPr sz="2800" spc="1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160" dirty="0">
                <a:solidFill>
                  <a:srgbClr val="97A7BA"/>
                </a:solidFill>
                <a:latin typeface="Calibri"/>
                <a:cs typeface="Calibri"/>
              </a:rPr>
              <a:t>a</a:t>
            </a:r>
            <a:r>
              <a:rPr sz="2800" spc="95" dirty="0">
                <a:solidFill>
                  <a:srgbClr val="97A7BA"/>
                </a:solidFill>
                <a:latin typeface="Calibri"/>
                <a:cs typeface="Calibri"/>
              </a:rPr>
              <a:t> </a:t>
            </a:r>
            <a:r>
              <a:rPr sz="2800" spc="150" dirty="0">
                <a:solidFill>
                  <a:srgbClr val="363636"/>
                </a:solidFill>
                <a:latin typeface="Calibri"/>
                <a:cs typeface="Calibri"/>
              </a:rPr>
              <a:t>computerized</a:t>
            </a:r>
            <a:r>
              <a:rPr sz="2800" spc="30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90" dirty="0">
                <a:solidFill>
                  <a:srgbClr val="313131"/>
                </a:solidFill>
                <a:latin typeface="Calibri"/>
                <a:cs typeface="Calibri"/>
              </a:rPr>
              <a:t>interface,</a:t>
            </a:r>
            <a:r>
              <a:rPr sz="2800" spc="28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95" dirty="0">
                <a:solidFill>
                  <a:srgbClr val="343434"/>
                </a:solidFill>
                <a:latin typeface="Calibri"/>
                <a:cs typeface="Calibri"/>
              </a:rPr>
              <a:t>ensuring </a:t>
            </a:r>
            <a:r>
              <a:rPr sz="2800" spc="210" dirty="0">
                <a:solidFill>
                  <a:srgbClr val="363636"/>
                </a:solidFill>
                <a:latin typeface="Calibri"/>
                <a:cs typeface="Calibri"/>
              </a:rPr>
              <a:t>speed</a:t>
            </a:r>
            <a:r>
              <a:rPr sz="2800" spc="20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225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800" spc="-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62626"/>
                </a:solidFill>
                <a:latin typeface="Calibri"/>
                <a:cs typeface="Calibri"/>
              </a:rPr>
              <a:t>reliability.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EB728CF0-EA8F-0BCA-99D8-28CD9DA74CB1}"/>
              </a:ext>
            </a:extLst>
          </p:cNvPr>
          <p:cNvSpPr/>
          <p:nvPr/>
        </p:nvSpPr>
        <p:spPr>
          <a:xfrm>
            <a:off x="13052645" y="4745363"/>
            <a:ext cx="6519445" cy="5933296"/>
          </a:xfrm>
          <a:prstGeom prst="flowChartInputOutpu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reflection stA="82000" endPos="65000" dist="508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Data 18">
            <a:extLst>
              <a:ext uri="{FF2B5EF4-FFF2-40B4-BE49-F238E27FC236}">
                <a16:creationId xmlns:a16="http://schemas.microsoft.com/office/drawing/2014/main" id="{6C0A8B58-6AF6-B1CB-135D-CED9917DCC7B}"/>
              </a:ext>
            </a:extLst>
          </p:cNvPr>
          <p:cNvSpPr/>
          <p:nvPr/>
        </p:nvSpPr>
        <p:spPr>
          <a:xfrm>
            <a:off x="6737112" y="4734257"/>
            <a:ext cx="6519444" cy="5886084"/>
          </a:xfrm>
          <a:prstGeom prst="flowChartInputOutput">
            <a:avLst/>
          </a:prstGeom>
          <a:effectLst>
            <a:outerShdw blurRad="40000" dist="25400" dir="5400000" sx="61000" sy="61000" rotWithShape="0">
              <a:srgbClr val="000000">
                <a:alpha val="47000"/>
              </a:srgbClr>
            </a:outerShdw>
            <a:reflection stA="86000" endPos="65000" dist="508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Flowchart: Data 17">
            <a:extLst>
              <a:ext uri="{FF2B5EF4-FFF2-40B4-BE49-F238E27FC236}">
                <a16:creationId xmlns:a16="http://schemas.microsoft.com/office/drawing/2014/main" id="{377797C6-A7E4-A745-E6BB-E3B164691AAC}"/>
              </a:ext>
            </a:extLst>
          </p:cNvPr>
          <p:cNvSpPr/>
          <p:nvPr/>
        </p:nvSpPr>
        <p:spPr>
          <a:xfrm>
            <a:off x="241402" y="4687045"/>
            <a:ext cx="6606144" cy="5834126"/>
          </a:xfrm>
          <a:prstGeom prst="flowChartInputOutpu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reflection stA="89000" endPos="65000" dist="508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367" y="3874882"/>
            <a:ext cx="5952698" cy="188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63842" y="3925571"/>
            <a:ext cx="5952698" cy="188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5"/>
              </a:spcBef>
            </a:pPr>
            <a:r>
              <a:rPr spc="-65" dirty="0">
                <a:solidFill>
                  <a:srgbClr val="005287"/>
                </a:solidFill>
              </a:rPr>
              <a:t>Applications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28166" y="5666446"/>
            <a:ext cx="212280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125" dirty="0">
                <a:solidFill>
                  <a:srgbClr val="0A3A60"/>
                </a:solidFill>
                <a:latin typeface="Times New Roman"/>
                <a:cs typeface="Times New Roman"/>
              </a:rPr>
              <a:t>Education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7705" y="6850965"/>
            <a:ext cx="5052060" cy="27901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17200"/>
              </a:lnSpc>
              <a:spcBef>
                <a:spcPts val="70"/>
              </a:spcBef>
            </a:pP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Used</a:t>
            </a:r>
            <a:r>
              <a:rPr sz="3100" spc="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in</a:t>
            </a:r>
            <a:r>
              <a:rPr sz="3100" spc="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computer</a:t>
            </a:r>
            <a:r>
              <a:rPr sz="3100" spc="2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60" dirty="0">
                <a:solidFill>
                  <a:srgbClr val="333333"/>
                </a:solidFill>
                <a:latin typeface="Calibri"/>
                <a:cs typeface="Calibri"/>
              </a:rPr>
              <a:t>science</a:t>
            </a:r>
            <a:r>
              <a:rPr sz="31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F2F2F"/>
                </a:solidFill>
                <a:latin typeface="Calibri"/>
                <a:cs typeface="Calibri"/>
              </a:rPr>
              <a:t>labs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sz="3100" spc="1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50" dirty="0">
                <a:solidFill>
                  <a:srgbClr val="242424"/>
                </a:solidFill>
                <a:latin typeface="Calibri"/>
                <a:cs typeface="Calibri"/>
              </a:rPr>
              <a:t>teach</a:t>
            </a:r>
            <a:r>
              <a:rPr sz="3100" spc="1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42424"/>
                </a:solidFill>
                <a:latin typeface="Calibri"/>
                <a:cs typeface="Calibri"/>
              </a:rPr>
              <a:t>students</a:t>
            </a:r>
            <a:r>
              <a:rPr sz="3100" spc="2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about</a:t>
            </a:r>
            <a:r>
              <a:rPr sz="31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42424"/>
                </a:solidFill>
                <a:latin typeface="Calibri"/>
                <a:cs typeface="Calibri"/>
              </a:rPr>
              <a:t>file </a:t>
            </a:r>
            <a:r>
              <a:rPr sz="3100" spc="-40" dirty="0">
                <a:solidFill>
                  <a:srgbClr val="383838"/>
                </a:solidFill>
                <a:latin typeface="Calibri"/>
                <a:cs typeface="Calibri"/>
              </a:rPr>
              <a:t>handling,</a:t>
            </a:r>
            <a:r>
              <a:rPr sz="3100" spc="9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31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B2B2B"/>
                </a:solidFill>
                <a:latin typeface="Calibri"/>
                <a:cs typeface="Calibri"/>
              </a:rPr>
              <a:t>structures,</a:t>
            </a:r>
            <a:r>
              <a:rPr sz="31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D3F52"/>
                </a:solidFill>
                <a:latin typeface="Calibri"/>
                <a:cs typeface="Calibri"/>
              </a:rPr>
              <a:t>and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sz="3100" spc="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logic</a:t>
            </a:r>
            <a:r>
              <a:rPr sz="3100" spc="1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behind</a:t>
            </a:r>
            <a:r>
              <a:rPr sz="3100" spc="1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83838"/>
                </a:solidFill>
                <a:latin typeface="Calibri"/>
                <a:cs typeface="Calibri"/>
              </a:rPr>
              <a:t>financial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software.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12482" y="5666446"/>
            <a:ext cx="303085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100" dirty="0">
                <a:solidFill>
                  <a:srgbClr val="083150"/>
                </a:solidFill>
                <a:latin typeface="Times New Roman"/>
                <a:cs typeface="Times New Roman"/>
              </a:rPr>
              <a:t>Small</a:t>
            </a:r>
            <a:r>
              <a:rPr sz="4350" spc="-165" dirty="0">
                <a:solidFill>
                  <a:srgbClr val="083150"/>
                </a:solidFill>
                <a:latin typeface="Times New Roman"/>
                <a:cs typeface="Times New Roman"/>
              </a:rPr>
              <a:t> </a:t>
            </a:r>
            <a:r>
              <a:rPr sz="4350" spc="-100" dirty="0">
                <a:solidFill>
                  <a:srgbClr val="003157"/>
                </a:solidFill>
                <a:latin typeface="Times New Roman"/>
                <a:cs typeface="Times New Roman"/>
              </a:rPr>
              <a:t>Finance</a:t>
            </a:r>
            <a:endParaRPr sz="43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37764" y="6850965"/>
            <a:ext cx="4396105" cy="2781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27940" algn="ctr">
              <a:lnSpc>
                <a:spcPct val="116799"/>
              </a:lnSpc>
              <a:spcBef>
                <a:spcPts val="85"/>
              </a:spcBef>
            </a:pP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Ideal</a:t>
            </a:r>
            <a:r>
              <a:rPr sz="3100" spc="-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3100" spc="-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small</a:t>
            </a:r>
            <a:r>
              <a:rPr sz="3100" spc="-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B2B2B"/>
                </a:solidFill>
                <a:latin typeface="Calibri"/>
                <a:cs typeface="Calibri"/>
              </a:rPr>
              <a:t>cooperative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societies</a:t>
            </a:r>
            <a:r>
              <a:rPr sz="3100" spc="30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or</a:t>
            </a:r>
            <a:r>
              <a:rPr sz="3100" spc="8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45" dirty="0">
                <a:solidFill>
                  <a:srgbClr val="343434"/>
                </a:solidFill>
                <a:latin typeface="Calibri"/>
                <a:cs typeface="Calibri"/>
              </a:rPr>
              <a:t>micro—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finance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groups</a:t>
            </a:r>
            <a:r>
              <a:rPr sz="3100" spc="1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sz="3100" spc="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A3A3A"/>
                </a:solidFill>
                <a:latin typeface="Calibri"/>
                <a:cs typeface="Calibri"/>
              </a:rPr>
              <a:t>track</a:t>
            </a:r>
            <a:r>
              <a:rPr sz="3100" spc="5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83838"/>
                </a:solidFill>
                <a:latin typeface="Calibri"/>
                <a:cs typeface="Calibri"/>
              </a:rPr>
              <a:t>member 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deposits</a:t>
            </a:r>
            <a:r>
              <a:rPr sz="31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4964"/>
                </a:solidFill>
                <a:latin typeface="Calibri"/>
                <a:cs typeface="Calibri"/>
              </a:rPr>
              <a:t>and</a:t>
            </a:r>
            <a:r>
              <a:rPr sz="3100" spc="60" dirty="0">
                <a:solidFill>
                  <a:srgbClr val="3D496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loans</a:t>
            </a:r>
            <a:r>
              <a:rPr sz="3100" spc="2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F2F2F"/>
                </a:solidFill>
                <a:latin typeface="Calibri"/>
                <a:cs typeface="Calibri"/>
              </a:rPr>
              <a:t>without </a:t>
            </a:r>
            <a:r>
              <a:rPr sz="3100" dirty="0">
                <a:solidFill>
                  <a:srgbClr val="3A3A3A"/>
                </a:solidFill>
                <a:latin typeface="Calibri"/>
                <a:cs typeface="Calibri"/>
              </a:rPr>
              <a:t>expensive</a:t>
            </a:r>
            <a:r>
              <a:rPr sz="3100" spc="1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software.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27573" y="5658593"/>
            <a:ext cx="1883410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45" dirty="0">
                <a:solidFill>
                  <a:srgbClr val="00284B"/>
                </a:solidFill>
                <a:latin typeface="Times New Roman"/>
                <a:cs typeface="Times New Roman"/>
              </a:rPr>
              <a:t>Training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98106" y="6835258"/>
            <a:ext cx="4986020" cy="22479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-17780" algn="ctr">
              <a:lnSpc>
                <a:spcPct val="117500"/>
              </a:lnSpc>
              <a:spcBef>
                <a:spcPts val="120"/>
              </a:spcBef>
            </a:pPr>
            <a:r>
              <a:rPr sz="3100" dirty="0">
                <a:solidFill>
                  <a:srgbClr val="36465B"/>
                </a:solidFill>
                <a:latin typeface="Calibri"/>
                <a:cs typeface="Calibri"/>
              </a:rPr>
              <a:t>A</a:t>
            </a:r>
            <a:r>
              <a:rPr sz="3100" spc="15" dirty="0">
                <a:solidFill>
                  <a:srgbClr val="36465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perfect</a:t>
            </a:r>
            <a:r>
              <a:rPr sz="3100" spc="114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B2B2B"/>
                </a:solidFill>
                <a:latin typeface="Calibri"/>
                <a:cs typeface="Calibri"/>
              </a:rPr>
              <a:t>tool</a:t>
            </a:r>
            <a:r>
              <a:rPr sz="31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for</a:t>
            </a:r>
            <a:r>
              <a:rPr sz="3100" spc="-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31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83838"/>
                </a:solidFill>
                <a:latin typeface="Calibri"/>
                <a:cs typeface="Calibri"/>
              </a:rPr>
              <a:t>new </a:t>
            </a:r>
            <a:r>
              <a:rPr sz="3100" dirty="0">
                <a:solidFill>
                  <a:srgbClr val="2A3F54"/>
                </a:solidFill>
                <a:latin typeface="Calibri"/>
                <a:cs typeface="Calibri"/>
              </a:rPr>
              <a:t>bank</a:t>
            </a:r>
            <a:r>
              <a:rPr sz="3100" spc="45" dirty="0">
                <a:solidFill>
                  <a:srgbClr val="2A3F5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staff</a:t>
            </a:r>
            <a:r>
              <a:rPr sz="3100" spc="7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on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sz="3100" spc="7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42424"/>
                </a:solidFill>
                <a:latin typeface="Calibri"/>
                <a:cs typeface="Calibri"/>
              </a:rPr>
              <a:t>fundamental </a:t>
            </a:r>
            <a:r>
              <a:rPr sz="3100" spc="-60" dirty="0">
                <a:solidFill>
                  <a:srgbClr val="3A3A3A"/>
                </a:solidFill>
                <a:latin typeface="Calibri"/>
                <a:cs typeface="Calibri"/>
              </a:rPr>
              <a:t>flow</a:t>
            </a:r>
            <a:r>
              <a:rPr sz="3100" spc="-114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of</a:t>
            </a:r>
            <a:r>
              <a:rPr sz="3100" spc="-1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banking</a:t>
            </a:r>
            <a:r>
              <a:rPr sz="3100" spc="-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operations</a:t>
            </a:r>
            <a:r>
              <a:rPr sz="3100" spc="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44860"/>
                </a:solidFill>
                <a:latin typeface="Calibri"/>
                <a:cs typeface="Calibri"/>
              </a:rPr>
              <a:t>and </a:t>
            </a:r>
            <a:r>
              <a:rPr sz="3100" dirty="0">
                <a:solidFill>
                  <a:srgbClr val="2A2A2A"/>
                </a:solidFill>
                <a:latin typeface="Calibri"/>
                <a:cs typeface="Calibri"/>
              </a:rPr>
              <a:t>transaction</a:t>
            </a:r>
            <a:r>
              <a:rPr sz="3100" spc="18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processing.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CF908022-0838-20C6-0238-2B0B918EE2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892" y="3863776"/>
            <a:ext cx="5952698" cy="188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0"/>
            <a:ext cx="9659391" cy="1008346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3792" y="2658296"/>
            <a:ext cx="8717280" cy="0"/>
          </a:xfrm>
          <a:custGeom>
            <a:avLst/>
            <a:gdLst/>
            <a:ahLst/>
            <a:cxnLst/>
            <a:rect l="l" t="t" r="r" b="b"/>
            <a:pathLst>
              <a:path w="8717280">
                <a:moveTo>
                  <a:pt x="0" y="0"/>
                </a:moveTo>
                <a:lnTo>
                  <a:pt x="8717012" y="0"/>
                </a:lnTo>
              </a:path>
            </a:pathLst>
          </a:custGeom>
          <a:ln w="39265">
            <a:solidFill>
              <a:srgbClr val="0FC8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362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125"/>
              </a:spcBef>
            </a:pPr>
            <a:r>
              <a:rPr sz="6800" spc="110" dirty="0">
                <a:solidFill>
                  <a:srgbClr val="014F80"/>
                </a:solidFill>
              </a:rPr>
              <a:t>Existing</a:t>
            </a:r>
            <a:r>
              <a:rPr sz="6800" spc="-5" dirty="0">
                <a:solidFill>
                  <a:srgbClr val="014F80"/>
                </a:solidFill>
              </a:rPr>
              <a:t> </a:t>
            </a:r>
            <a:r>
              <a:rPr sz="6800" spc="45" dirty="0">
                <a:solidFill>
                  <a:srgbClr val="05498A"/>
                </a:solidFill>
              </a:rPr>
              <a:t>Methodology</a:t>
            </a:r>
            <a:endParaRPr sz="6800"/>
          </a:p>
        </p:txBody>
      </p:sp>
      <p:sp>
        <p:nvSpPr>
          <p:cNvPr id="5" name="object 5"/>
          <p:cNvSpPr txBox="1"/>
          <p:nvPr/>
        </p:nvSpPr>
        <p:spPr>
          <a:xfrm>
            <a:off x="896987" y="3447272"/>
            <a:ext cx="8404860" cy="7431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1049655" indent="-1905">
              <a:lnSpc>
                <a:spcPct val="120500"/>
              </a:lnSpc>
              <a:spcBef>
                <a:spcPts val="95"/>
              </a:spcBef>
            </a:pPr>
            <a:r>
              <a:rPr sz="2950" spc="-45" dirty="0">
                <a:solidFill>
                  <a:srgbClr val="313131"/>
                </a:solidFill>
                <a:latin typeface="Arial MT"/>
                <a:cs typeface="Arial MT"/>
              </a:rPr>
              <a:t>Currently,</a:t>
            </a:r>
            <a:r>
              <a:rPr sz="2950" spc="-16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284662"/>
                </a:solidFill>
                <a:latin typeface="Arial MT"/>
                <a:cs typeface="Arial MT"/>
              </a:rPr>
              <a:t>many</a:t>
            </a:r>
            <a:r>
              <a:rPr sz="2950" spc="-195" dirty="0">
                <a:solidFill>
                  <a:srgbClr val="284662"/>
                </a:solidFill>
                <a:latin typeface="Arial MT"/>
                <a:cs typeface="Arial MT"/>
              </a:rPr>
              <a:t> </a:t>
            </a:r>
            <a:r>
              <a:rPr sz="2950" spc="-254" dirty="0">
                <a:solidFill>
                  <a:srgbClr val="2D2D2D"/>
                </a:solidFill>
                <a:latin typeface="Arial MT"/>
                <a:cs typeface="Arial MT"/>
              </a:rPr>
              <a:t>small—</a:t>
            </a:r>
            <a:r>
              <a:rPr sz="2950" spc="-135" dirty="0">
                <a:solidFill>
                  <a:srgbClr val="2D2D2D"/>
                </a:solidFill>
                <a:latin typeface="Arial MT"/>
                <a:cs typeface="Arial MT"/>
              </a:rPr>
              <a:t>scale</a:t>
            </a:r>
            <a:r>
              <a:rPr sz="2950" spc="5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950" spc="-30" dirty="0">
                <a:solidFill>
                  <a:srgbClr val="333333"/>
                </a:solidFill>
                <a:latin typeface="Arial MT"/>
                <a:cs typeface="Arial MT"/>
              </a:rPr>
              <a:t>systems</a:t>
            </a:r>
            <a:r>
              <a:rPr sz="295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3D3D3D"/>
                </a:solidFill>
                <a:latin typeface="Arial MT"/>
                <a:cs typeface="Arial MT"/>
              </a:rPr>
              <a:t>or</a:t>
            </a:r>
            <a:r>
              <a:rPr sz="2950" spc="-17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313131"/>
                </a:solidFill>
                <a:latin typeface="Arial MT"/>
                <a:cs typeface="Arial MT"/>
              </a:rPr>
              <a:t>older </a:t>
            </a:r>
            <a:r>
              <a:rPr sz="2950" dirty="0">
                <a:solidFill>
                  <a:srgbClr val="333333"/>
                </a:solidFill>
                <a:latin typeface="Arial MT"/>
                <a:cs typeface="Arial MT"/>
              </a:rPr>
              <a:t>institutions</a:t>
            </a:r>
            <a:r>
              <a:rPr sz="2950" spc="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3F3F3F"/>
                </a:solidFill>
                <a:latin typeface="Arial MT"/>
                <a:cs typeface="Arial MT"/>
              </a:rPr>
              <a:t>rely</a:t>
            </a:r>
            <a:r>
              <a:rPr sz="2950" spc="-6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2B2B2B"/>
                </a:solidFill>
                <a:latin typeface="Arial MT"/>
                <a:cs typeface="Arial MT"/>
              </a:rPr>
              <a:t>on</a:t>
            </a:r>
            <a:r>
              <a:rPr sz="2950" spc="-10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950" spc="-75" dirty="0">
                <a:solidFill>
                  <a:srgbClr val="343434"/>
                </a:solidFill>
                <a:latin typeface="Arial MT"/>
                <a:cs typeface="Arial MT"/>
              </a:rPr>
              <a:t>manual</a:t>
            </a:r>
            <a:r>
              <a:rPr sz="29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2A2A2A"/>
                </a:solidFill>
                <a:latin typeface="Arial MT"/>
                <a:cs typeface="Arial MT"/>
              </a:rPr>
              <a:t>methods:</a:t>
            </a:r>
            <a:endParaRPr sz="2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950" dirty="0">
              <a:latin typeface="Arial MT"/>
              <a:cs typeface="Arial MT"/>
            </a:endParaRPr>
          </a:p>
          <a:p>
            <a:pPr marL="667385" marR="473709" indent="-3810">
              <a:lnSpc>
                <a:spcPct val="114700"/>
              </a:lnSpc>
              <a:spcBef>
                <a:spcPts val="5"/>
              </a:spcBef>
            </a:pP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Manual</a:t>
            </a:r>
            <a:r>
              <a:rPr sz="3100" spc="-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spc="60" dirty="0">
                <a:solidFill>
                  <a:srgbClr val="313131"/>
                </a:solidFill>
                <a:latin typeface="Calibri"/>
                <a:cs typeface="Calibri"/>
              </a:rPr>
              <a:t>Ledgers:</a:t>
            </a:r>
            <a:r>
              <a:rPr sz="3100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Transactions</a:t>
            </a:r>
            <a:r>
              <a:rPr sz="3100" spc="1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4859"/>
                </a:solidFill>
                <a:latin typeface="Calibri"/>
                <a:cs typeface="Calibri"/>
              </a:rPr>
              <a:t>are</a:t>
            </a:r>
            <a:r>
              <a:rPr sz="3100" spc="40" dirty="0">
                <a:solidFill>
                  <a:srgbClr val="2D48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written</a:t>
            </a:r>
            <a:r>
              <a:rPr sz="3100" spc="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8425D"/>
                </a:solidFill>
                <a:latin typeface="Calibri"/>
                <a:cs typeface="Calibri"/>
              </a:rPr>
              <a:t>by </a:t>
            </a:r>
            <a:r>
              <a:rPr sz="3100" dirty="0">
                <a:solidFill>
                  <a:srgbClr val="213F62"/>
                </a:solidFill>
                <a:latin typeface="Calibri"/>
                <a:cs typeface="Calibri"/>
              </a:rPr>
              <a:t>hand</a:t>
            </a:r>
            <a:r>
              <a:rPr sz="3100" spc="50" dirty="0">
                <a:solidFill>
                  <a:srgbClr val="213F62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3445D"/>
                </a:solidFill>
                <a:latin typeface="Calibri"/>
                <a:cs typeface="Calibri"/>
              </a:rPr>
              <a:t>in</a:t>
            </a:r>
            <a:r>
              <a:rPr sz="3100" spc="-5" dirty="0">
                <a:solidFill>
                  <a:srgbClr val="33445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physical</a:t>
            </a:r>
            <a:r>
              <a:rPr sz="3100" spc="1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B2B2B"/>
                </a:solidFill>
                <a:latin typeface="Calibri"/>
                <a:cs typeface="Calibri"/>
              </a:rPr>
              <a:t>registers.</a:t>
            </a:r>
            <a:endParaRPr sz="3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65"/>
              </a:spcBef>
              <a:tabLst>
                <a:tab pos="669290" algn="l"/>
              </a:tabLst>
            </a:pPr>
            <a:r>
              <a:rPr sz="2800" dirty="0">
                <a:solidFill>
                  <a:srgbClr val="11D1AF"/>
                </a:solidFill>
                <a:latin typeface="Arial MT"/>
                <a:cs typeface="Arial MT"/>
              </a:rPr>
              <a:t>	</a:t>
            </a:r>
            <a:r>
              <a:rPr sz="2800" dirty="0">
                <a:solidFill>
                  <a:srgbClr val="383838"/>
                </a:solidFill>
                <a:latin typeface="Arial MT"/>
                <a:cs typeface="Arial MT"/>
              </a:rPr>
              <a:t>Passbooks:</a:t>
            </a:r>
            <a:r>
              <a:rPr sz="2800" spc="254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63636"/>
                </a:solidFill>
                <a:latin typeface="Arial MT"/>
                <a:cs typeface="Arial MT"/>
              </a:rPr>
              <a:t>Updated</a:t>
            </a:r>
            <a:r>
              <a:rPr sz="2800" spc="18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43434"/>
                </a:solidFill>
                <a:latin typeface="Arial MT"/>
                <a:cs typeface="Arial MT"/>
              </a:rPr>
              <a:t>manually</a:t>
            </a:r>
            <a:r>
              <a:rPr sz="2800" spc="38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3B3B3B"/>
                </a:solidFill>
                <a:latin typeface="Arial MT"/>
                <a:cs typeface="Arial MT"/>
              </a:rPr>
              <a:t>with</a:t>
            </a:r>
            <a:r>
              <a:rPr sz="2800" spc="17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43434"/>
                </a:solidFill>
                <a:latin typeface="Arial MT"/>
                <a:cs typeface="Arial MT"/>
              </a:rPr>
              <a:t>stamps</a:t>
            </a:r>
            <a:r>
              <a:rPr sz="2800" spc="2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313131"/>
                </a:solidFill>
                <a:latin typeface="Arial MT"/>
                <a:cs typeface="Arial MT"/>
              </a:rPr>
              <a:t>and</a:t>
            </a:r>
            <a:endParaRPr sz="2800" dirty="0">
              <a:latin typeface="Arial MT"/>
              <a:cs typeface="Arial MT"/>
            </a:endParaRPr>
          </a:p>
          <a:p>
            <a:pPr marL="669925">
              <a:lnSpc>
                <a:spcPct val="100000"/>
              </a:lnSpc>
              <a:spcBef>
                <a:spcPts val="505"/>
              </a:spcBef>
            </a:pPr>
            <a:r>
              <a:rPr sz="3200" spc="-20" dirty="0">
                <a:solidFill>
                  <a:srgbClr val="333333"/>
                </a:solidFill>
                <a:latin typeface="Arial MT"/>
                <a:cs typeface="Arial MT"/>
              </a:rPr>
              <a:t>pen.</a:t>
            </a:r>
            <a:endParaRPr sz="3200" dirty="0">
              <a:latin typeface="Arial MT"/>
              <a:cs typeface="Arial MT"/>
            </a:endParaRPr>
          </a:p>
          <a:p>
            <a:pPr marL="676275">
              <a:lnSpc>
                <a:spcPct val="100000"/>
              </a:lnSpc>
              <a:spcBef>
                <a:spcPts val="3365"/>
              </a:spcBef>
            </a:pPr>
            <a:r>
              <a:rPr sz="2800" spc="215" dirty="0">
                <a:solidFill>
                  <a:srgbClr val="313131"/>
                </a:solidFill>
                <a:latin typeface="Calibri"/>
                <a:cs typeface="Calibri"/>
              </a:rPr>
              <a:t>Spreadsheets:</a:t>
            </a:r>
            <a:r>
              <a:rPr sz="2800" spc="3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95" dirty="0">
                <a:solidFill>
                  <a:srgbClr val="2A2A2A"/>
                </a:solidFill>
                <a:latin typeface="Calibri"/>
                <a:cs typeface="Calibri"/>
              </a:rPr>
              <a:t>Disjointed</a:t>
            </a:r>
            <a:r>
              <a:rPr sz="2800" spc="28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165" dirty="0">
                <a:solidFill>
                  <a:srgbClr val="2B2B2B"/>
                </a:solidFill>
                <a:latin typeface="Calibri"/>
                <a:cs typeface="Calibri"/>
              </a:rPr>
              <a:t>Excel</a:t>
            </a:r>
            <a:r>
              <a:rPr sz="28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60" dirty="0">
                <a:solidFill>
                  <a:srgbClr val="363636"/>
                </a:solidFill>
                <a:latin typeface="Calibri"/>
                <a:cs typeface="Calibri"/>
              </a:rPr>
              <a:t>files</a:t>
            </a:r>
            <a:r>
              <a:rPr sz="2800" spc="2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110" dirty="0">
                <a:solidFill>
                  <a:srgbClr val="3D3D3D"/>
                </a:solidFill>
                <a:latin typeface="Calibri"/>
                <a:cs typeface="Calibri"/>
              </a:rPr>
              <a:t>that</a:t>
            </a:r>
            <a:r>
              <a:rPr sz="2800" spc="2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114" dirty="0">
                <a:solidFill>
                  <a:srgbClr val="363636"/>
                </a:solidFill>
                <a:latin typeface="Calibri"/>
                <a:cs typeface="Calibri"/>
              </a:rPr>
              <a:t>lack</a:t>
            </a:r>
            <a:endParaRPr sz="2800" dirty="0">
              <a:latin typeface="Calibri"/>
              <a:cs typeface="Calibri"/>
            </a:endParaRPr>
          </a:p>
          <a:p>
            <a:pPr marL="671195">
              <a:lnSpc>
                <a:spcPct val="100000"/>
              </a:lnSpc>
              <a:spcBef>
                <a:spcPts val="815"/>
              </a:spcBef>
            </a:pPr>
            <a:r>
              <a:rPr sz="2950" spc="120" dirty="0">
                <a:solidFill>
                  <a:srgbClr val="343434"/>
                </a:solidFill>
                <a:latin typeface="Calibri"/>
                <a:cs typeface="Calibri"/>
              </a:rPr>
              <a:t>data</a:t>
            </a:r>
            <a:r>
              <a:rPr sz="2950" spc="13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F2F2F"/>
                </a:solidFill>
                <a:latin typeface="Calibri"/>
                <a:cs typeface="Calibri"/>
              </a:rPr>
              <a:t>integrity</a:t>
            </a:r>
            <a:r>
              <a:rPr sz="2950" spc="30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spc="8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950" spc="2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2F2F2F"/>
                </a:solidFill>
                <a:latin typeface="Calibri"/>
                <a:cs typeface="Calibri"/>
              </a:rPr>
              <a:t>security.</a:t>
            </a:r>
            <a:endParaRPr sz="2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950" dirty="0">
              <a:latin typeface="Calibri"/>
              <a:cs typeface="Calibri"/>
            </a:endParaRPr>
          </a:p>
          <a:p>
            <a:pPr marL="40640" marR="125095" indent="9525">
              <a:lnSpc>
                <a:spcPct val="125800"/>
              </a:lnSpc>
              <a:spcBef>
                <a:spcPts val="5"/>
              </a:spcBef>
              <a:tabLst>
                <a:tab pos="2778760" algn="l"/>
              </a:tabLst>
            </a:pPr>
            <a:r>
              <a:rPr sz="2950" dirty="0">
                <a:solidFill>
                  <a:srgbClr val="2D2D2D"/>
                </a:solidFill>
                <a:latin typeface="Calibri"/>
                <a:cs typeface="Calibri"/>
              </a:rPr>
              <a:t>This</a:t>
            </a:r>
            <a:r>
              <a:rPr sz="2950" spc="254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950" spc="90" dirty="0">
                <a:solidFill>
                  <a:srgbClr val="2D2D2D"/>
                </a:solidFill>
                <a:latin typeface="Calibri"/>
                <a:cs typeface="Calibri"/>
              </a:rPr>
              <a:t>method</a:t>
            </a:r>
            <a:r>
              <a:rPr sz="2950" spc="2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F2F2F"/>
                </a:solidFill>
                <a:latin typeface="Calibri"/>
                <a:cs typeface="Calibri"/>
              </a:rPr>
              <a:t>relies</a:t>
            </a:r>
            <a:r>
              <a:rPr sz="2950" spc="2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63636"/>
                </a:solidFill>
                <a:latin typeface="Calibri"/>
                <a:cs typeface="Calibri"/>
              </a:rPr>
              <a:t>heavily</a:t>
            </a:r>
            <a:r>
              <a:rPr sz="2950" spc="3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43434"/>
                </a:solidFill>
                <a:latin typeface="Calibri"/>
                <a:cs typeface="Calibri"/>
              </a:rPr>
              <a:t>on</a:t>
            </a:r>
            <a:r>
              <a:rPr sz="2950" spc="1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43434"/>
                </a:solidFill>
                <a:latin typeface="Calibri"/>
                <a:cs typeface="Calibri"/>
              </a:rPr>
              <a:t>human</a:t>
            </a:r>
            <a:r>
              <a:rPr sz="2950" spc="3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spc="150" dirty="0">
                <a:solidFill>
                  <a:srgbClr val="2D2D2D"/>
                </a:solidFill>
                <a:latin typeface="Calibri"/>
                <a:cs typeface="Calibri"/>
              </a:rPr>
              <a:t>accuracy</a:t>
            </a:r>
            <a:r>
              <a:rPr sz="2950" spc="3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950" spc="60" dirty="0">
                <a:solidFill>
                  <a:srgbClr val="1F3156"/>
                </a:solidFill>
                <a:latin typeface="Calibri"/>
                <a:cs typeface="Calibri"/>
              </a:rPr>
              <a:t>and </a:t>
            </a:r>
            <a:r>
              <a:rPr sz="2950" spc="75" dirty="0">
                <a:solidFill>
                  <a:srgbClr val="313131"/>
                </a:solidFill>
                <a:latin typeface="Calibri"/>
                <a:cs typeface="Calibri"/>
              </a:rPr>
              <a:t>physical</a:t>
            </a:r>
            <a:r>
              <a:rPr sz="2950" spc="229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950" spc="35" dirty="0">
                <a:solidFill>
                  <a:srgbClr val="313131"/>
                </a:solidFill>
                <a:latin typeface="Calibri"/>
                <a:cs typeface="Calibri"/>
              </a:rPr>
              <a:t>storage</a:t>
            </a:r>
            <a:r>
              <a:rPr sz="2950" dirty="0">
                <a:solidFill>
                  <a:srgbClr val="313131"/>
                </a:solidFill>
                <a:latin typeface="Calibri"/>
                <a:cs typeface="Calibri"/>
              </a:rPr>
              <a:t>	</a:t>
            </a:r>
            <a:r>
              <a:rPr sz="2950" spc="95" dirty="0">
                <a:solidFill>
                  <a:srgbClr val="2B2B2B"/>
                </a:solidFill>
                <a:latin typeface="Calibri"/>
                <a:cs typeface="Calibri"/>
              </a:rPr>
              <a:t>space.</a:t>
            </a:r>
            <a:endParaRPr sz="2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croll: Vertical 17">
            <a:extLst>
              <a:ext uri="{FF2B5EF4-FFF2-40B4-BE49-F238E27FC236}">
                <a16:creationId xmlns:a16="http://schemas.microsoft.com/office/drawing/2014/main" id="{993F8F58-7F5A-8C6A-4654-9D8223FBACBC}"/>
              </a:ext>
            </a:extLst>
          </p:cNvPr>
          <p:cNvSpPr/>
          <p:nvPr/>
        </p:nvSpPr>
        <p:spPr>
          <a:xfrm>
            <a:off x="13100050" y="4280025"/>
            <a:ext cx="6858000" cy="5846407"/>
          </a:xfrm>
          <a:prstGeom prst="verticalScroll">
            <a:avLst>
              <a:gd name="adj" fmla="val 15721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reflection stA="71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154070AB-AC1A-6D23-D51A-D06DDA54C6F8}"/>
              </a:ext>
            </a:extLst>
          </p:cNvPr>
          <p:cNvSpPr/>
          <p:nvPr/>
        </p:nvSpPr>
        <p:spPr>
          <a:xfrm>
            <a:off x="6535761" y="4480335"/>
            <a:ext cx="7082630" cy="5846408"/>
          </a:xfrm>
          <a:prstGeom prst="verticalScroll">
            <a:avLst>
              <a:gd name="adj" fmla="val 15721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reflection stA="78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8712D050-ECED-8BD0-16ED-1B3F5029DB60}"/>
              </a:ext>
            </a:extLst>
          </p:cNvPr>
          <p:cNvSpPr/>
          <p:nvPr/>
        </p:nvSpPr>
        <p:spPr>
          <a:xfrm>
            <a:off x="146050" y="4740275"/>
            <a:ext cx="6858000" cy="5478406"/>
          </a:xfrm>
          <a:prstGeom prst="verticalScroll">
            <a:avLst>
              <a:gd name="adj" fmla="val 15721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reflection stA="71000" endPos="41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48141" y="3757737"/>
            <a:ext cx="5591810" cy="654050"/>
          </a:xfrm>
          <a:custGeom>
            <a:avLst/>
            <a:gdLst/>
            <a:ahLst/>
            <a:cxnLst/>
            <a:rect l="l" t="t" r="r" b="b"/>
            <a:pathLst>
              <a:path w="5591810">
                <a:moveTo>
                  <a:pt x="0" y="0"/>
                </a:moveTo>
                <a:lnTo>
                  <a:pt x="5591453" y="0"/>
                </a:lnTo>
              </a:path>
            </a:pathLst>
          </a:custGeom>
          <a:ln w="23559">
            <a:solidFill>
              <a:srgbClr val="DB4844"/>
            </a:solidFill>
          </a:ln>
          <a:effectLst>
            <a:reflection endPos="66000" dist="50800" dir="5400000" sy="-100000" algn="bl" rotWithShape="0"/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87736" y="3757738"/>
            <a:ext cx="5591810" cy="0"/>
          </a:xfrm>
          <a:custGeom>
            <a:avLst/>
            <a:gdLst/>
            <a:ahLst/>
            <a:cxnLst/>
            <a:rect l="l" t="t" r="r" b="b"/>
            <a:pathLst>
              <a:path w="5591809">
                <a:moveTo>
                  <a:pt x="0" y="0"/>
                </a:moveTo>
                <a:lnTo>
                  <a:pt x="5591453" y="0"/>
                </a:lnTo>
              </a:path>
            </a:pathLst>
          </a:custGeom>
          <a:ln w="23559">
            <a:solidFill>
              <a:srgbClr val="DB48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27331" y="3757738"/>
            <a:ext cx="5591810" cy="0"/>
          </a:xfrm>
          <a:custGeom>
            <a:avLst/>
            <a:gdLst/>
            <a:ahLst/>
            <a:cxnLst/>
            <a:rect l="l" t="t" r="r" b="b"/>
            <a:pathLst>
              <a:path w="5591809">
                <a:moveTo>
                  <a:pt x="0" y="0"/>
                </a:moveTo>
                <a:lnTo>
                  <a:pt x="5591453" y="0"/>
                </a:lnTo>
              </a:path>
            </a:pathLst>
          </a:custGeom>
          <a:ln w="23559">
            <a:solidFill>
              <a:srgbClr val="DB48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25"/>
              </a:spcBef>
            </a:pPr>
            <a:r>
              <a:rPr sz="6800" dirty="0">
                <a:solidFill>
                  <a:srgbClr val="005485"/>
                </a:solidFill>
              </a:rPr>
              <a:t>Drawbacks</a:t>
            </a:r>
            <a:r>
              <a:rPr sz="6800" spc="70" dirty="0">
                <a:solidFill>
                  <a:srgbClr val="005485"/>
                </a:solidFill>
              </a:rPr>
              <a:t> </a:t>
            </a:r>
            <a:r>
              <a:rPr sz="6800" dirty="0">
                <a:solidFill>
                  <a:srgbClr val="054D80"/>
                </a:solidFill>
              </a:rPr>
              <a:t>of</a:t>
            </a:r>
            <a:r>
              <a:rPr sz="6800" spc="-30" dirty="0">
                <a:solidFill>
                  <a:srgbClr val="054D80"/>
                </a:solidFill>
              </a:rPr>
              <a:t> </a:t>
            </a:r>
            <a:r>
              <a:rPr sz="6800" spc="110" dirty="0">
                <a:solidFill>
                  <a:srgbClr val="004F8E"/>
                </a:solidFill>
              </a:rPr>
              <a:t>Existing</a:t>
            </a:r>
            <a:r>
              <a:rPr sz="6800" spc="-114" dirty="0">
                <a:solidFill>
                  <a:srgbClr val="004F8E"/>
                </a:solidFill>
              </a:rPr>
              <a:t> </a:t>
            </a:r>
            <a:r>
              <a:rPr sz="6800" spc="95" dirty="0">
                <a:solidFill>
                  <a:srgbClr val="004F87"/>
                </a:solidFill>
              </a:rPr>
              <a:t>Method</a:t>
            </a:r>
            <a:endParaRPr sz="6800"/>
          </a:p>
        </p:txBody>
      </p:sp>
      <p:sp>
        <p:nvSpPr>
          <p:cNvPr id="7" name="object 7"/>
          <p:cNvSpPr txBox="1"/>
          <p:nvPr/>
        </p:nvSpPr>
        <p:spPr>
          <a:xfrm>
            <a:off x="2185089" y="5974028"/>
            <a:ext cx="281813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dirty="0">
                <a:solidFill>
                  <a:srgbClr val="002850"/>
                </a:solidFill>
                <a:latin typeface="Times New Roman"/>
                <a:cs typeface="Times New Roman"/>
              </a:rPr>
              <a:t>Human</a:t>
            </a:r>
            <a:r>
              <a:rPr sz="4100" spc="300" dirty="0">
                <a:solidFill>
                  <a:srgbClr val="002850"/>
                </a:solidFill>
                <a:latin typeface="Times New Roman"/>
                <a:cs typeface="Times New Roman"/>
              </a:rPr>
              <a:t> </a:t>
            </a:r>
            <a:r>
              <a:rPr sz="4100" spc="-10" dirty="0">
                <a:solidFill>
                  <a:srgbClr val="003159"/>
                </a:solidFill>
                <a:latin typeface="Times New Roman"/>
                <a:cs typeface="Times New Roman"/>
              </a:rPr>
              <a:t>Error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591" y="7141532"/>
            <a:ext cx="4978400" cy="22167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35"/>
              </a:spcBef>
            </a:pPr>
            <a:r>
              <a:rPr sz="3100" spc="-55" dirty="0">
                <a:solidFill>
                  <a:srgbClr val="363636"/>
                </a:solidFill>
                <a:latin typeface="Calibri"/>
                <a:cs typeface="Calibri"/>
              </a:rPr>
              <a:t>Manual</a:t>
            </a:r>
            <a:r>
              <a:rPr sz="3100" spc="6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calculations</a:t>
            </a:r>
            <a:r>
              <a:rPr sz="3100" spc="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often</a:t>
            </a:r>
            <a:r>
              <a:rPr sz="3100" spc="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3B3B3B"/>
                </a:solidFill>
                <a:latin typeface="Calibri"/>
                <a:cs typeface="Calibri"/>
              </a:rPr>
              <a:t>lead </a:t>
            </a: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sz="3100" spc="-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mistakes</a:t>
            </a:r>
            <a:r>
              <a:rPr sz="3100" spc="1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14141"/>
                </a:solidFill>
                <a:latin typeface="Calibri"/>
                <a:cs typeface="Calibri"/>
              </a:rPr>
              <a:t>in</a:t>
            </a:r>
            <a:r>
              <a:rPr sz="3100" spc="-7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A3A3A"/>
                </a:solidFill>
                <a:latin typeface="Calibri"/>
                <a:cs typeface="Calibri"/>
              </a:rPr>
              <a:t>balance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updates,</a:t>
            </a:r>
            <a:r>
              <a:rPr sz="3100" spc="1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causing</a:t>
            </a:r>
            <a:r>
              <a:rPr sz="3100" spc="26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financial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discrepancies.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7506" y="5965521"/>
            <a:ext cx="3688079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-55" dirty="0">
                <a:solidFill>
                  <a:srgbClr val="032B4B"/>
                </a:solidFill>
                <a:latin typeface="Times New Roman"/>
                <a:cs typeface="Times New Roman"/>
              </a:rPr>
              <a:t>Time</a:t>
            </a:r>
            <a:r>
              <a:rPr sz="4250" spc="-200" dirty="0">
                <a:solidFill>
                  <a:srgbClr val="032B4B"/>
                </a:solidFill>
                <a:latin typeface="Times New Roman"/>
                <a:cs typeface="Times New Roman"/>
              </a:rPr>
              <a:t> </a:t>
            </a:r>
            <a:r>
              <a:rPr sz="4250" spc="-40" dirty="0">
                <a:solidFill>
                  <a:srgbClr val="002D52"/>
                </a:solidFill>
                <a:latin typeface="Times New Roman"/>
                <a:cs typeface="Times New Roman"/>
              </a:rPr>
              <a:t>Consuming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2626" y="7133679"/>
            <a:ext cx="5010150" cy="222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100"/>
              </a:spcBef>
              <a:tabLst>
                <a:tab pos="2713990" algn="l"/>
              </a:tabLst>
            </a:pPr>
            <a:r>
              <a:rPr sz="3100" spc="-20" dirty="0">
                <a:solidFill>
                  <a:srgbClr val="363636"/>
                </a:solidFill>
                <a:latin typeface="Calibri"/>
                <a:cs typeface="Calibri"/>
              </a:rPr>
              <a:t>Retrieving</a:t>
            </a:r>
            <a:r>
              <a:rPr sz="3100" spc="1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114" dirty="0">
                <a:solidFill>
                  <a:srgbClr val="2F4964"/>
                </a:solidFill>
                <a:latin typeface="Calibri"/>
                <a:cs typeface="Calibri"/>
              </a:rPr>
              <a:t>a</a:t>
            </a:r>
            <a:r>
              <a:rPr sz="3100" spc="-155" dirty="0">
                <a:solidFill>
                  <a:srgbClr val="2F496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customer's</a:t>
            </a:r>
            <a:r>
              <a:rPr sz="3100" spc="20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history </a:t>
            </a:r>
            <a:r>
              <a:rPr sz="3100" spc="-30" dirty="0">
                <a:solidFill>
                  <a:srgbClr val="2F2F2F"/>
                </a:solidFill>
                <a:latin typeface="Calibri"/>
                <a:cs typeface="Calibri"/>
              </a:rPr>
              <a:t>from</a:t>
            </a:r>
            <a:r>
              <a:rPr sz="3100" spc="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114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3100" spc="-1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60" dirty="0">
                <a:solidFill>
                  <a:srgbClr val="363636"/>
                </a:solidFill>
                <a:latin typeface="Calibri"/>
                <a:cs typeface="Calibri"/>
              </a:rPr>
              <a:t>stack</a:t>
            </a:r>
            <a:r>
              <a:rPr sz="3100" spc="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of</a:t>
            </a:r>
            <a:r>
              <a:rPr sz="3100" spc="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physical</a:t>
            </a:r>
            <a:r>
              <a:rPr sz="3100" spc="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files 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takes</a:t>
            </a:r>
            <a:r>
              <a:rPr sz="31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significant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time </a:t>
            </a:r>
            <a:r>
              <a:rPr sz="3100" spc="-25" dirty="0">
                <a:solidFill>
                  <a:srgbClr val="2F5B7C"/>
                </a:solidFill>
                <a:latin typeface="Calibri"/>
                <a:cs typeface="Calibri"/>
              </a:rPr>
              <a:t>and </a:t>
            </a:r>
            <a:r>
              <a:rPr sz="3100" spc="-10" dirty="0">
                <a:solidFill>
                  <a:srgbClr val="2F2F2F"/>
                </a:solidFill>
                <a:latin typeface="Calibri"/>
                <a:cs typeface="Calibri"/>
              </a:rPr>
              <a:t>effort.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37392" y="5965521"/>
            <a:ext cx="306705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dirty="0">
                <a:solidFill>
                  <a:srgbClr val="052F52"/>
                </a:solidFill>
                <a:latin typeface="Times New Roman"/>
                <a:cs typeface="Times New Roman"/>
              </a:rPr>
              <a:t>Security</a:t>
            </a:r>
            <a:r>
              <a:rPr sz="4250" spc="-260" dirty="0">
                <a:solidFill>
                  <a:srgbClr val="052F52"/>
                </a:solidFill>
                <a:latin typeface="Times New Roman"/>
                <a:cs typeface="Times New Roman"/>
              </a:rPr>
              <a:t> </a:t>
            </a:r>
            <a:r>
              <a:rPr sz="4250" spc="-85" dirty="0">
                <a:solidFill>
                  <a:srgbClr val="00345D"/>
                </a:solidFill>
                <a:latin typeface="Times New Roman"/>
                <a:cs typeface="Times New Roman"/>
              </a:rPr>
              <a:t>Risks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84258" y="7133679"/>
            <a:ext cx="4610735" cy="2216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065" marR="5080" algn="ctr">
              <a:lnSpc>
                <a:spcPct val="115799"/>
              </a:lnSpc>
              <a:spcBef>
                <a:spcPts val="120"/>
              </a:spcBef>
            </a:pPr>
            <a:r>
              <a:rPr sz="3100" dirty="0">
                <a:solidFill>
                  <a:srgbClr val="363636"/>
                </a:solidFill>
                <a:latin typeface="Calibri"/>
                <a:cs typeface="Calibri"/>
              </a:rPr>
              <a:t>Physical</a:t>
            </a:r>
            <a:r>
              <a:rPr sz="3100" spc="11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ledgers</a:t>
            </a:r>
            <a:r>
              <a:rPr sz="3100" spc="2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70" dirty="0">
                <a:solidFill>
                  <a:srgbClr val="3D3D3D"/>
                </a:solidFill>
                <a:latin typeface="Calibri"/>
                <a:cs typeface="Calibri"/>
              </a:rPr>
              <a:t>can</a:t>
            </a:r>
            <a:r>
              <a:rPr sz="3100" spc="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75" dirty="0">
                <a:solidFill>
                  <a:srgbClr val="343434"/>
                </a:solidFill>
                <a:latin typeface="Calibri"/>
                <a:cs typeface="Calibri"/>
              </a:rPr>
              <a:t>be</a:t>
            </a:r>
            <a:r>
              <a:rPr sz="3100" spc="7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33333"/>
                </a:solidFill>
                <a:latin typeface="Calibri"/>
                <a:cs typeface="Calibri"/>
              </a:rPr>
              <a:t>lost,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damaged</a:t>
            </a:r>
            <a:r>
              <a:rPr sz="3100" spc="1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3D5D"/>
                </a:solidFill>
                <a:latin typeface="Calibri"/>
                <a:cs typeface="Calibri"/>
              </a:rPr>
              <a:t>by</a:t>
            </a:r>
            <a:r>
              <a:rPr sz="3100" spc="30" dirty="0">
                <a:solidFill>
                  <a:srgbClr val="2D3D5D"/>
                </a:solidFill>
                <a:latin typeface="Calibri"/>
                <a:cs typeface="Calibri"/>
              </a:rPr>
              <a:t> </a:t>
            </a:r>
            <a:r>
              <a:rPr sz="3100" spc="-70" dirty="0">
                <a:solidFill>
                  <a:srgbClr val="343434"/>
                </a:solidFill>
                <a:latin typeface="Calibri"/>
                <a:cs typeface="Calibri"/>
              </a:rPr>
              <a:t>fire/water,</a:t>
            </a:r>
            <a:r>
              <a:rPr sz="3100" spc="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13131"/>
                </a:solidFill>
                <a:latin typeface="Calibri"/>
                <a:cs typeface="Calibri"/>
              </a:rPr>
              <a:t>or </a:t>
            </a:r>
            <a:r>
              <a:rPr sz="3100" spc="105" dirty="0">
                <a:solidFill>
                  <a:srgbClr val="2F2F2F"/>
                </a:solidFill>
                <a:latin typeface="Calibri"/>
                <a:cs typeface="Calibri"/>
              </a:rPr>
              <a:t>accessed</a:t>
            </a:r>
            <a:r>
              <a:rPr sz="3100" spc="1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by</a:t>
            </a:r>
            <a:r>
              <a:rPr sz="3100" spc="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F2F2F"/>
                </a:solidFill>
                <a:latin typeface="Calibri"/>
                <a:cs typeface="Calibri"/>
              </a:rPr>
              <a:t>unauthorized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personnel</a:t>
            </a:r>
            <a:r>
              <a:rPr sz="3100" spc="7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43434"/>
                </a:solidFill>
                <a:latin typeface="Calibri"/>
                <a:cs typeface="Calibri"/>
              </a:rPr>
              <a:t>easily.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EE4D34D-6C2D-D7F6-48BD-AD79EB06CAC5}"/>
              </a:ext>
            </a:extLst>
          </p:cNvPr>
          <p:cNvGrpSpPr/>
          <p:nvPr/>
        </p:nvGrpSpPr>
        <p:grpSpPr>
          <a:xfrm>
            <a:off x="10429002" y="3848050"/>
            <a:ext cx="9300448" cy="6226225"/>
            <a:chOff x="10429002" y="3848050"/>
            <a:chExt cx="9062720" cy="6313943"/>
          </a:xfrm>
          <a:effectLst>
            <a:reflection stA="61000" endPos="22000" dist="50800" dir="5400000" sy="-100000" algn="bl" rotWithShape="0"/>
          </a:effectLst>
        </p:grpSpPr>
        <p:pic>
          <p:nvPicPr>
            <p:cNvPr id="2" name="object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7533" y="9863573"/>
              <a:ext cx="8905488" cy="298420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07533" y="3848050"/>
              <a:ext cx="8889781" cy="3926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16920" y="7389827"/>
              <a:ext cx="1484248" cy="1963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36764" y="7436946"/>
              <a:ext cx="306273" cy="125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94338" y="7374121"/>
              <a:ext cx="2316683" cy="2120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62322" y="7436946"/>
              <a:ext cx="306273" cy="125650"/>
            </a:xfrm>
            <a:prstGeom prst="rect">
              <a:avLst/>
            </a:prstGeom>
          </p:spPr>
        </p:pic>
        <p:grpSp>
          <p:nvGrpSpPr>
            <p:cNvPr id="9" name="object 9"/>
            <p:cNvGrpSpPr/>
            <p:nvPr/>
          </p:nvGrpSpPr>
          <p:grpSpPr>
            <a:xfrm>
              <a:off x="10429002" y="5057437"/>
              <a:ext cx="9062720" cy="4602480"/>
              <a:chOff x="10429002" y="5057437"/>
              <a:chExt cx="9062720" cy="4602480"/>
            </a:xfrm>
          </p:grpSpPr>
          <p:pic>
            <p:nvPicPr>
              <p:cNvPr id="10" name="object 10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7104191" y="7374121"/>
                <a:ext cx="1633458" cy="274860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0444708" y="5057437"/>
                <a:ext cx="9046845" cy="4601954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0429002" y="5057437"/>
                <a:ext cx="9062551" cy="4601954"/>
              </a:xfrm>
              <a:prstGeom prst="rect">
                <a:avLst/>
              </a:prstGeom>
            </p:spPr>
          </p:pic>
        </p:grp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sz="6800" spc="-20" dirty="0">
                <a:solidFill>
                  <a:srgbClr val="004F8C"/>
                </a:solidFill>
              </a:rPr>
              <a:t>Proposed</a:t>
            </a:r>
            <a:r>
              <a:rPr sz="6800" spc="-315" dirty="0">
                <a:solidFill>
                  <a:srgbClr val="004F8C"/>
                </a:solidFill>
              </a:rPr>
              <a:t> </a:t>
            </a:r>
            <a:r>
              <a:rPr sz="6800" spc="45" dirty="0">
                <a:solidFill>
                  <a:srgbClr val="00528E"/>
                </a:solidFill>
              </a:rPr>
              <a:t>Methodology</a:t>
            </a:r>
            <a:endParaRPr sz="6800"/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" marR="177165" indent="7620">
              <a:lnSpc>
                <a:spcPct val="125800"/>
              </a:lnSpc>
              <a:spcBef>
                <a:spcPts val="95"/>
              </a:spcBef>
            </a:pPr>
            <a:r>
              <a:rPr sz="2950" dirty="0">
                <a:solidFill>
                  <a:srgbClr val="3A3A3A"/>
                </a:solidFill>
                <a:latin typeface="Calibri"/>
                <a:cs typeface="Calibri"/>
              </a:rPr>
              <a:t>We</a:t>
            </a:r>
            <a:r>
              <a:rPr sz="2950" spc="14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950" spc="80" dirty="0">
                <a:solidFill>
                  <a:srgbClr val="383838"/>
                </a:solidFill>
                <a:latin typeface="Calibri"/>
                <a:cs typeface="Calibri"/>
              </a:rPr>
              <a:t>propose</a:t>
            </a:r>
            <a:r>
              <a:rPr sz="2950" spc="2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950" spc="55" dirty="0">
                <a:solidFill>
                  <a:srgbClr val="284B64"/>
                </a:solidFill>
                <a:latin typeface="Calibri"/>
                <a:cs typeface="Calibri"/>
              </a:rPr>
              <a:t>an</a:t>
            </a:r>
            <a:r>
              <a:rPr sz="2950" spc="65" dirty="0">
                <a:solidFill>
                  <a:srgbClr val="284B64"/>
                </a:solidFill>
                <a:latin typeface="Calibri"/>
                <a:cs typeface="Calibri"/>
              </a:rPr>
              <a:t> </a:t>
            </a:r>
            <a:r>
              <a:rPr sz="2950" spc="65" dirty="0">
                <a:solidFill>
                  <a:srgbClr val="3D3D3D"/>
                </a:solidFill>
                <a:latin typeface="Calibri"/>
                <a:cs typeface="Calibri"/>
              </a:rPr>
              <a:t>automated</a:t>
            </a:r>
            <a:r>
              <a:rPr sz="2950" spc="2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950" spc="170" dirty="0">
                <a:solidFill>
                  <a:srgbClr val="3F3F3F"/>
                </a:solidFill>
                <a:latin typeface="Calibri"/>
                <a:cs typeface="Calibri"/>
              </a:rPr>
              <a:t>Bank</a:t>
            </a:r>
            <a:r>
              <a:rPr sz="29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950" spc="160" dirty="0">
                <a:solidFill>
                  <a:srgbClr val="3A3A3A"/>
                </a:solidFill>
                <a:latin typeface="Calibri"/>
                <a:cs typeface="Calibri"/>
              </a:rPr>
              <a:t>Account</a:t>
            </a:r>
            <a:r>
              <a:rPr sz="2950" spc="27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950" spc="110" dirty="0">
                <a:solidFill>
                  <a:srgbClr val="2F2F2F"/>
                </a:solidFill>
                <a:latin typeface="Calibri"/>
                <a:cs typeface="Calibri"/>
              </a:rPr>
              <a:t>Simulation </a:t>
            </a:r>
            <a:r>
              <a:rPr sz="2950" spc="70" dirty="0">
                <a:solidFill>
                  <a:srgbClr val="2F2F2F"/>
                </a:solidFill>
                <a:latin typeface="Calibri"/>
                <a:cs typeface="Calibri"/>
              </a:rPr>
              <a:t>using</a:t>
            </a:r>
            <a:r>
              <a:rPr sz="2950" spc="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spc="90" dirty="0">
                <a:solidFill>
                  <a:srgbClr val="3A3A3A"/>
                </a:solidFill>
                <a:latin typeface="Calibri"/>
                <a:cs typeface="Calibri"/>
              </a:rPr>
              <a:t>C</a:t>
            </a:r>
            <a:r>
              <a:rPr sz="2950" spc="37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F2F2F"/>
                </a:solidFill>
                <a:latin typeface="Calibri"/>
                <a:cs typeface="Calibri"/>
              </a:rPr>
              <a:t>Programming.</a:t>
            </a:r>
            <a:r>
              <a:rPr sz="2950" spc="2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sz="2950" spc="25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spc="105" dirty="0">
                <a:latin typeface="Calibri"/>
                <a:cs typeface="Calibri"/>
              </a:rPr>
              <a:t>system</a:t>
            </a:r>
            <a:r>
              <a:rPr sz="2950" spc="125" dirty="0"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313131"/>
                </a:solidFill>
                <a:latin typeface="Calibri"/>
                <a:cs typeface="Calibri"/>
              </a:rPr>
              <a:t>utilizes:</a:t>
            </a:r>
            <a:endParaRPr sz="2950">
              <a:latin typeface="Calibri"/>
              <a:cs typeface="Calibri"/>
            </a:endParaRPr>
          </a:p>
          <a:p>
            <a:pPr marL="673100" marR="5080" indent="4445">
              <a:lnSpc>
                <a:spcPct val="120500"/>
              </a:lnSpc>
              <a:spcBef>
                <a:spcPts val="2785"/>
              </a:spcBef>
            </a:pPr>
            <a:r>
              <a:rPr sz="2950" spc="180" dirty="0">
                <a:latin typeface="Calibri"/>
                <a:cs typeface="Calibri"/>
              </a:rPr>
              <a:t>Structures</a:t>
            </a:r>
            <a:r>
              <a:rPr sz="2950" spc="35" dirty="0">
                <a:latin typeface="Calibri"/>
                <a:cs typeface="Calibri"/>
              </a:rPr>
              <a:t> </a:t>
            </a:r>
            <a:r>
              <a:rPr sz="2950" spc="190" dirty="0">
                <a:latin typeface="Calibri"/>
                <a:cs typeface="Calibri"/>
              </a:rPr>
              <a:t>(struct):</a:t>
            </a:r>
            <a:r>
              <a:rPr sz="2950" spc="160" dirty="0"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sz="2950" spc="16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13131"/>
                </a:solidFill>
                <a:latin typeface="Calibri"/>
                <a:cs typeface="Calibri"/>
              </a:rPr>
              <a:t>group</a:t>
            </a:r>
            <a:r>
              <a:rPr sz="2950" spc="1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950" spc="70" dirty="0">
                <a:solidFill>
                  <a:srgbClr val="2A2A2A"/>
                </a:solidFill>
                <a:latin typeface="Calibri"/>
                <a:cs typeface="Calibri"/>
              </a:rPr>
              <a:t>employee/customer </a:t>
            </a:r>
            <a:r>
              <a:rPr sz="2950" spc="60" dirty="0">
                <a:solidFill>
                  <a:srgbClr val="343434"/>
                </a:solidFill>
                <a:latin typeface="Calibri"/>
                <a:cs typeface="Calibri"/>
              </a:rPr>
              <a:t>details</a:t>
            </a:r>
            <a:r>
              <a:rPr sz="2950" spc="1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83838"/>
                </a:solidFill>
                <a:latin typeface="Calibri"/>
                <a:cs typeface="Calibri"/>
              </a:rPr>
              <a:t>like</a:t>
            </a:r>
            <a:r>
              <a:rPr sz="2950" spc="17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13131"/>
                </a:solidFill>
                <a:latin typeface="Calibri"/>
                <a:cs typeface="Calibri"/>
              </a:rPr>
              <a:t>Name,</a:t>
            </a:r>
            <a:r>
              <a:rPr sz="2950" spc="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950" spc="-95" dirty="0">
                <a:solidFill>
                  <a:srgbClr val="3B3B3B"/>
                </a:solidFill>
                <a:latin typeface="Calibri"/>
                <a:cs typeface="Calibri"/>
              </a:rPr>
              <a:t>ID,</a:t>
            </a:r>
            <a:r>
              <a:rPr sz="2950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85" dirty="0">
                <a:solidFill>
                  <a:srgbClr val="2D5979"/>
                </a:solidFill>
                <a:latin typeface="Calibri"/>
                <a:cs typeface="Calibri"/>
              </a:rPr>
              <a:t>and</a:t>
            </a:r>
            <a:r>
              <a:rPr sz="2950" spc="50" dirty="0">
                <a:solidFill>
                  <a:srgbClr val="2D5979"/>
                </a:solidFill>
                <a:latin typeface="Calibri"/>
                <a:cs typeface="Calibri"/>
              </a:rPr>
              <a:t> </a:t>
            </a:r>
            <a:r>
              <a:rPr sz="2950" spc="60" dirty="0">
                <a:latin typeface="Calibri"/>
                <a:cs typeface="Calibri"/>
              </a:rPr>
              <a:t>Balance</a:t>
            </a:r>
            <a:r>
              <a:rPr sz="2950" spc="285" dirty="0"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83838"/>
                </a:solidFill>
                <a:latin typeface="Calibri"/>
                <a:cs typeface="Calibri"/>
              </a:rPr>
              <a:t>into</a:t>
            </a:r>
            <a:r>
              <a:rPr sz="2950" spc="1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44B72"/>
                </a:solidFill>
                <a:latin typeface="Calibri"/>
                <a:cs typeface="Calibri"/>
              </a:rPr>
              <a:t>a</a:t>
            </a:r>
            <a:r>
              <a:rPr sz="2950" spc="135" dirty="0">
                <a:solidFill>
                  <a:srgbClr val="244B72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2D2D2D"/>
                </a:solidFill>
                <a:latin typeface="Calibri"/>
                <a:cs typeface="Calibri"/>
              </a:rPr>
              <a:t>single</a:t>
            </a:r>
            <a:r>
              <a:rPr sz="2950" spc="14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2F2F2F"/>
                </a:solidFill>
                <a:latin typeface="Calibri"/>
                <a:cs typeface="Calibri"/>
              </a:rPr>
              <a:t>unit.</a:t>
            </a:r>
            <a:endParaRPr sz="2950">
              <a:latin typeface="Calibri"/>
              <a:cs typeface="Calibri"/>
            </a:endParaRPr>
          </a:p>
          <a:p>
            <a:pPr marL="669290" marR="606425" indent="-3810">
              <a:lnSpc>
                <a:spcPct val="120500"/>
              </a:lnSpc>
              <a:spcBef>
                <a:spcPts val="2350"/>
              </a:spcBef>
              <a:tabLst>
                <a:tab pos="3803015" algn="l"/>
              </a:tabLst>
            </a:pPr>
            <a:r>
              <a:rPr sz="3100" spc="60" dirty="0">
                <a:latin typeface="Calibri"/>
                <a:cs typeface="Calibri"/>
              </a:rPr>
              <a:t>File</a:t>
            </a:r>
            <a:r>
              <a:rPr sz="3100" spc="-170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Handling:</a:t>
            </a:r>
            <a:r>
              <a:rPr sz="3100" spc="24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04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100" spc="10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permanently</a:t>
            </a:r>
            <a:r>
              <a:rPr sz="3100" spc="3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save</a:t>
            </a:r>
            <a:r>
              <a:rPr sz="3100" spc="2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F2F2F"/>
                </a:solidFill>
                <a:latin typeface="Calibri"/>
                <a:cs typeface="Calibri"/>
              </a:rPr>
              <a:t>transaction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records</a:t>
            </a:r>
            <a:r>
              <a:rPr sz="3100" spc="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F2F2F"/>
                </a:solidFill>
                <a:latin typeface="Calibri"/>
                <a:cs typeface="Calibri"/>
              </a:rPr>
              <a:t>(writing</a:t>
            </a:r>
            <a:r>
              <a:rPr sz="3100" spc="1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.dat</a:t>
            </a:r>
            <a:r>
              <a:rPr sz="31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or</a:t>
            </a:r>
            <a:r>
              <a:rPr sz="3100" spc="28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45" dirty="0">
                <a:latin typeface="Calibri"/>
                <a:cs typeface="Calibri"/>
              </a:rPr>
              <a:t>.</a:t>
            </a:r>
            <a:r>
              <a:rPr sz="3100" spc="-225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tKt</a:t>
            </a:r>
            <a:r>
              <a:rPr sz="3100" spc="18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files)</a:t>
            </a:r>
            <a:r>
              <a:rPr sz="3100" spc="-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145" dirty="0">
                <a:solidFill>
                  <a:srgbClr val="3B3B3B"/>
                </a:solidFill>
                <a:latin typeface="Calibri"/>
                <a:cs typeface="Calibri"/>
              </a:rPr>
              <a:t>sO</a:t>
            </a:r>
            <a:r>
              <a:rPr sz="3100" spc="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data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persists</a:t>
            </a:r>
            <a:r>
              <a:rPr sz="3100" spc="15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after</a:t>
            </a:r>
            <a:r>
              <a:rPr sz="3100" spc="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3100" spc="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program</a:t>
            </a:r>
            <a:r>
              <a:rPr sz="3100" spc="180" dirty="0"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F2F2F"/>
                </a:solidFill>
                <a:latin typeface="Calibri"/>
                <a:cs typeface="Calibri"/>
              </a:rPr>
              <a:t>closes.</a:t>
            </a:r>
            <a:endParaRPr sz="3100">
              <a:latin typeface="Calibri"/>
              <a:cs typeface="Calibri"/>
            </a:endParaRPr>
          </a:p>
          <a:p>
            <a:pPr marL="675640" marR="765175" indent="-663575">
              <a:lnSpc>
                <a:spcPct val="124000"/>
              </a:lnSpc>
              <a:spcBef>
                <a:spcPts val="2380"/>
              </a:spcBef>
              <a:tabLst>
                <a:tab pos="670560" algn="l"/>
              </a:tabLst>
            </a:pPr>
            <a:r>
              <a:rPr sz="2950" spc="-25" dirty="0">
                <a:solidFill>
                  <a:srgbClr val="0CCAA1"/>
                </a:solidFill>
              </a:rPr>
              <a:t>.„,</a:t>
            </a:r>
            <a:r>
              <a:rPr sz="2950" dirty="0">
                <a:solidFill>
                  <a:srgbClr val="0CCAA1"/>
                </a:solidFill>
              </a:rPr>
              <a:t>	</a:t>
            </a:r>
            <a:r>
              <a:rPr sz="2950" dirty="0">
                <a:solidFill>
                  <a:srgbClr val="3D3D3D"/>
                </a:solidFill>
              </a:rPr>
              <a:t>Modular</a:t>
            </a:r>
            <a:r>
              <a:rPr sz="2950" spc="-20" dirty="0">
                <a:solidFill>
                  <a:srgbClr val="3D3D3D"/>
                </a:solidFill>
              </a:rPr>
              <a:t> </a:t>
            </a:r>
            <a:r>
              <a:rPr sz="2950" dirty="0">
                <a:solidFill>
                  <a:srgbClr val="3B3B3B"/>
                </a:solidFill>
              </a:rPr>
              <a:t>Functions:</a:t>
            </a:r>
            <a:r>
              <a:rPr sz="2950" spc="70" dirty="0">
                <a:solidFill>
                  <a:srgbClr val="3B3B3B"/>
                </a:solidFill>
              </a:rPr>
              <a:t> </a:t>
            </a:r>
            <a:r>
              <a:rPr sz="2950" spc="-55" dirty="0">
                <a:solidFill>
                  <a:srgbClr val="2A2A2A"/>
                </a:solidFill>
              </a:rPr>
              <a:t>Separate</a:t>
            </a:r>
            <a:r>
              <a:rPr sz="2950" spc="204" dirty="0">
                <a:solidFill>
                  <a:srgbClr val="2A2A2A"/>
                </a:solidFill>
              </a:rPr>
              <a:t> </a:t>
            </a:r>
            <a:r>
              <a:rPr sz="2950" dirty="0">
                <a:solidFill>
                  <a:srgbClr val="343434"/>
                </a:solidFill>
              </a:rPr>
              <a:t>functions</a:t>
            </a:r>
            <a:r>
              <a:rPr sz="2950" spc="95" dirty="0">
                <a:solidFill>
                  <a:srgbClr val="343434"/>
                </a:solidFill>
              </a:rPr>
              <a:t> </a:t>
            </a:r>
            <a:r>
              <a:rPr sz="2950" spc="-25" dirty="0">
                <a:solidFill>
                  <a:srgbClr val="3B3B3B"/>
                </a:solidFill>
              </a:rPr>
              <a:t>for </a:t>
            </a:r>
            <a:r>
              <a:rPr sz="2950" dirty="0">
                <a:solidFill>
                  <a:srgbClr val="343434"/>
                </a:solidFill>
              </a:rPr>
              <a:t>depos</a:t>
            </a:r>
            <a:r>
              <a:rPr sz="2950" dirty="0">
                <a:solidFill>
                  <a:srgbClr val="383838"/>
                </a:solidFill>
              </a:rPr>
              <a:t>It</a:t>
            </a:r>
            <a:r>
              <a:rPr sz="2950" dirty="0">
                <a:solidFill>
                  <a:srgbClr val="EBFFFF"/>
                </a:solidFill>
              </a:rPr>
              <a:t>(</a:t>
            </a:r>
            <a:r>
              <a:rPr sz="2950" dirty="0">
                <a:solidFill>
                  <a:srgbClr val="313131"/>
                </a:solidFill>
              </a:rPr>
              <a:t>),</a:t>
            </a:r>
            <a:r>
              <a:rPr sz="2950" spc="-425" dirty="0">
                <a:solidFill>
                  <a:srgbClr val="313131"/>
                </a:solidFill>
              </a:rPr>
              <a:t> </a:t>
            </a:r>
            <a:r>
              <a:rPr sz="2950" spc="-25" dirty="0">
                <a:solidFill>
                  <a:srgbClr val="313131"/>
                </a:solidFill>
              </a:rPr>
              <a:t>u1thdrau(),</a:t>
            </a:r>
            <a:r>
              <a:rPr sz="2950" spc="100" dirty="0">
                <a:solidFill>
                  <a:srgbClr val="313131"/>
                </a:solidFill>
              </a:rPr>
              <a:t> </a:t>
            </a:r>
            <a:r>
              <a:rPr sz="2950" dirty="0">
                <a:solidFill>
                  <a:srgbClr val="2D445B"/>
                </a:solidFill>
              </a:rPr>
              <a:t>and</a:t>
            </a:r>
            <a:r>
              <a:rPr sz="2950" spc="-5" dirty="0">
                <a:solidFill>
                  <a:srgbClr val="2D445B"/>
                </a:solidFill>
              </a:rPr>
              <a:t> </a:t>
            </a:r>
            <a:r>
              <a:rPr sz="2950" spc="70" dirty="0">
                <a:solidFill>
                  <a:srgbClr val="3B3B3B"/>
                </a:solidFill>
              </a:rPr>
              <a:t>display()</a:t>
            </a:r>
            <a:r>
              <a:rPr sz="2950" spc="280" dirty="0">
                <a:solidFill>
                  <a:srgbClr val="3B3B3B"/>
                </a:solidFill>
              </a:rPr>
              <a:t> </a:t>
            </a:r>
            <a:r>
              <a:rPr sz="2950" spc="95" dirty="0">
                <a:solidFill>
                  <a:srgbClr val="343434"/>
                </a:solidFill>
              </a:rPr>
              <a:t>to</a:t>
            </a:r>
            <a:r>
              <a:rPr sz="2950" spc="-30" dirty="0">
                <a:solidFill>
                  <a:srgbClr val="343434"/>
                </a:solidFill>
              </a:rPr>
              <a:t> </a:t>
            </a:r>
            <a:r>
              <a:rPr sz="2950" spc="-40" dirty="0">
                <a:solidFill>
                  <a:srgbClr val="383838"/>
                </a:solidFill>
              </a:rPr>
              <a:t>ensure </a:t>
            </a:r>
            <a:r>
              <a:rPr sz="2950" spc="-20" dirty="0">
                <a:solidFill>
                  <a:srgbClr val="343434"/>
                </a:solidFill>
              </a:rPr>
              <a:t>clean</a:t>
            </a:r>
            <a:r>
              <a:rPr sz="2950" spc="-90" dirty="0">
                <a:solidFill>
                  <a:srgbClr val="343434"/>
                </a:solidFill>
              </a:rPr>
              <a:t> </a:t>
            </a:r>
            <a:r>
              <a:rPr sz="2950" dirty="0">
                <a:solidFill>
                  <a:srgbClr val="383838"/>
                </a:solidFill>
              </a:rPr>
              <a:t>code</a:t>
            </a:r>
            <a:r>
              <a:rPr sz="2950" spc="-25" dirty="0">
                <a:solidFill>
                  <a:srgbClr val="383838"/>
                </a:solidFill>
              </a:rPr>
              <a:t> </a:t>
            </a:r>
            <a:r>
              <a:rPr sz="2950" spc="-10" dirty="0">
                <a:solidFill>
                  <a:srgbClr val="2D2D2D"/>
                </a:solidFill>
              </a:rPr>
              <a:t>architecture.</a:t>
            </a:r>
            <a:endParaRPr sz="2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Wave 19">
            <a:extLst>
              <a:ext uri="{FF2B5EF4-FFF2-40B4-BE49-F238E27FC236}">
                <a16:creationId xmlns:a16="http://schemas.microsoft.com/office/drawing/2014/main" id="{A0D050B7-4F23-1760-198F-27821DB2EA9A}"/>
              </a:ext>
            </a:extLst>
          </p:cNvPr>
          <p:cNvSpPr/>
          <p:nvPr/>
        </p:nvSpPr>
        <p:spPr>
          <a:xfrm>
            <a:off x="13472056" y="4806439"/>
            <a:ext cx="6265330" cy="5676595"/>
          </a:xfrm>
          <a:prstGeom prst="wave">
            <a:avLst>
              <a:gd name="adj1" fmla="val 5600"/>
              <a:gd name="adj2" fmla="val 0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  <a:scene3d>
            <a:camera prst="orthographicFront"/>
            <a:lightRig rig="twoPt" dir="t">
              <a:rot lat="0" lon="0" rev="0"/>
            </a:lightRig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 18">
            <a:extLst>
              <a:ext uri="{FF2B5EF4-FFF2-40B4-BE49-F238E27FC236}">
                <a16:creationId xmlns:a16="http://schemas.microsoft.com/office/drawing/2014/main" id="{0F5FB5E9-BFE7-BCD7-5DEF-03F106D367FD}"/>
              </a:ext>
            </a:extLst>
          </p:cNvPr>
          <p:cNvSpPr/>
          <p:nvPr/>
        </p:nvSpPr>
        <p:spPr>
          <a:xfrm>
            <a:off x="7196211" y="4806439"/>
            <a:ext cx="5782354" cy="5798570"/>
          </a:xfrm>
          <a:prstGeom prst="wave">
            <a:avLst>
              <a:gd name="adj1" fmla="val 5720"/>
              <a:gd name="adj2" fmla="val 0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  <a:scene3d>
            <a:camera prst="orthographicFront"/>
            <a:lightRig rig="twoPt" dir="t">
              <a:rot lat="0" lon="0" rev="0"/>
            </a:lightRig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 20">
            <a:extLst>
              <a:ext uri="{FF2B5EF4-FFF2-40B4-BE49-F238E27FC236}">
                <a16:creationId xmlns:a16="http://schemas.microsoft.com/office/drawing/2014/main" id="{24DE6E95-CD81-DBB2-009E-AD6BA2110CEF}"/>
              </a:ext>
            </a:extLst>
          </p:cNvPr>
          <p:cNvSpPr/>
          <p:nvPr/>
        </p:nvSpPr>
        <p:spPr>
          <a:xfrm>
            <a:off x="803827" y="4739940"/>
            <a:ext cx="5782354" cy="5865069"/>
          </a:xfrm>
          <a:prstGeom prst="wave">
            <a:avLst>
              <a:gd name="adj1" fmla="val 5447"/>
              <a:gd name="adj2" fmla="val -555"/>
            </a:avLst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effectLst>
            <a:outerShdw blurRad="50800" dist="50800" dir="5400000" algn="ctr" rotWithShape="0">
              <a:srgbClr val="000000">
                <a:alpha val="99000"/>
              </a:srgbClr>
            </a:outerShdw>
            <a:reflection stA="91000" endPos="0" dist="38100" dir="5400000" sy="-100000" algn="bl" rotWithShape="0"/>
          </a:effectLst>
          <a:scene3d>
            <a:camera prst="orthographicFront">
              <a:rot lat="0" lon="0" rev="0"/>
            </a:camera>
            <a:lightRig rig="twoPt" dir="t">
              <a:rot lat="0" lon="0" rev="0"/>
            </a:lightRig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5"/>
              </a:spcBef>
            </a:pPr>
            <a:r>
              <a:rPr spc="-70" dirty="0">
                <a:solidFill>
                  <a:srgbClr val="005287"/>
                </a:solidFill>
              </a:rPr>
              <a:t>Advantages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41629" y="5949160"/>
            <a:ext cx="3304540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120" dirty="0">
                <a:solidFill>
                  <a:srgbClr val="002D54"/>
                </a:solidFill>
                <a:latin typeface="Times New Roman"/>
                <a:cs typeface="Times New Roman"/>
              </a:rPr>
              <a:t>Fast</a:t>
            </a:r>
            <a:r>
              <a:rPr sz="4350" spc="-125" dirty="0">
                <a:solidFill>
                  <a:srgbClr val="002D54"/>
                </a:solidFill>
                <a:latin typeface="Times New Roman"/>
                <a:cs typeface="Times New Roman"/>
              </a:rPr>
              <a:t> </a:t>
            </a:r>
            <a:r>
              <a:rPr sz="4350" spc="-80" dirty="0">
                <a:solidFill>
                  <a:srgbClr val="002B4F"/>
                </a:solidFill>
                <a:latin typeface="Times New Roman"/>
                <a:cs typeface="Times New Roman"/>
              </a:rPr>
              <a:t>Processing</a:t>
            </a:r>
            <a:endParaRPr sz="43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7948" y="7133679"/>
            <a:ext cx="4697730" cy="222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100"/>
              </a:spcBef>
            </a:pPr>
            <a:r>
              <a:rPr sz="3100" dirty="0">
                <a:solidFill>
                  <a:srgbClr val="2A2A2A"/>
                </a:solidFill>
                <a:latin typeface="Calibri"/>
                <a:cs typeface="Calibri"/>
              </a:rPr>
              <a:t>Instant</a:t>
            </a:r>
            <a:r>
              <a:rPr sz="3100" spc="2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balance</a:t>
            </a:r>
            <a:r>
              <a:rPr sz="3100" spc="3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updates</a:t>
            </a:r>
            <a:r>
              <a:rPr sz="3100" spc="2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3100" spc="-25" dirty="0">
                <a:solidFill>
                  <a:srgbClr val="343434"/>
                </a:solidFill>
                <a:latin typeface="Calibri"/>
                <a:cs typeface="Calibri"/>
              </a:rPr>
              <a:t>retrieval</a:t>
            </a:r>
            <a:r>
              <a:rPr sz="3100" spc="-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1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customer </a:t>
            </a:r>
            <a:r>
              <a:rPr sz="3100" spc="-50" dirty="0">
                <a:solidFill>
                  <a:srgbClr val="2A2A2A"/>
                </a:solidFill>
                <a:latin typeface="Calibri"/>
                <a:cs typeface="Calibri"/>
              </a:rPr>
              <a:t>information</a:t>
            </a:r>
            <a:r>
              <a:rPr sz="3100" spc="7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with</a:t>
            </a:r>
            <a:r>
              <a:rPr sz="3100" spc="-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114" dirty="0">
                <a:solidFill>
                  <a:srgbClr val="334867"/>
                </a:solidFill>
                <a:latin typeface="Calibri"/>
                <a:cs typeface="Calibri"/>
              </a:rPr>
              <a:t>a</a:t>
            </a:r>
            <a:r>
              <a:rPr sz="3100" spc="-175" dirty="0">
                <a:solidFill>
                  <a:srgbClr val="334867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single </a:t>
            </a:r>
            <a:r>
              <a:rPr sz="3100" spc="-10" dirty="0">
                <a:solidFill>
                  <a:srgbClr val="2B2B2B"/>
                </a:solidFill>
                <a:latin typeface="Calibri"/>
                <a:cs typeface="Calibri"/>
              </a:rPr>
              <a:t>keystroke.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6165" y="5981881"/>
            <a:ext cx="194310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114" dirty="0">
                <a:solidFill>
                  <a:srgbClr val="002F56"/>
                </a:solidFill>
                <a:latin typeface="Cambria"/>
                <a:cs typeface="Cambria"/>
              </a:rPr>
              <a:t>Accuracy</a:t>
            </a:r>
            <a:endParaRPr sz="41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9701" y="7125826"/>
            <a:ext cx="4735195" cy="16827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54610" algn="just">
              <a:lnSpc>
                <a:spcPct val="117200"/>
              </a:lnSpc>
              <a:spcBef>
                <a:spcPts val="70"/>
              </a:spcBef>
            </a:pP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Eliminates</a:t>
            </a:r>
            <a:r>
              <a:rPr sz="3100" spc="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calculation</a:t>
            </a:r>
            <a:r>
              <a:rPr sz="3100" spc="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errors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by</a:t>
            </a:r>
            <a:r>
              <a:rPr sz="3100" spc="-9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363636"/>
                </a:solidFill>
                <a:latin typeface="Calibri"/>
                <a:cs typeface="Calibri"/>
              </a:rPr>
              <a:t>performing</a:t>
            </a:r>
            <a:r>
              <a:rPr sz="3100" spc="2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83838"/>
                </a:solidFill>
                <a:latin typeface="Calibri"/>
                <a:cs typeface="Calibri"/>
              </a:rPr>
              <a:t>all</a:t>
            </a:r>
            <a:r>
              <a:rPr sz="3100" spc="-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arithmetic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operations</a:t>
            </a:r>
            <a:r>
              <a:rPr sz="3100" spc="-1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20" dirty="0">
                <a:solidFill>
                  <a:srgbClr val="212121"/>
                </a:solidFill>
                <a:latin typeface="Calibri"/>
                <a:cs typeface="Calibri"/>
              </a:rPr>
              <a:t>programmatically.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89160" y="5981881"/>
            <a:ext cx="3551554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105" dirty="0">
                <a:solidFill>
                  <a:srgbClr val="03345B"/>
                </a:solidFill>
                <a:latin typeface="Cambria"/>
                <a:cs typeface="Cambria"/>
              </a:rPr>
              <a:t>Data</a:t>
            </a:r>
            <a:r>
              <a:rPr sz="4100" spc="-114" dirty="0">
                <a:solidFill>
                  <a:srgbClr val="03345B"/>
                </a:solidFill>
                <a:latin typeface="Cambria"/>
                <a:cs typeface="Cambria"/>
              </a:rPr>
              <a:t> </a:t>
            </a:r>
            <a:r>
              <a:rPr sz="4100" spc="-85" dirty="0">
                <a:solidFill>
                  <a:srgbClr val="002852"/>
                </a:solidFill>
                <a:latin typeface="Cambria"/>
                <a:cs typeface="Cambria"/>
              </a:rPr>
              <a:t>Persistence</a:t>
            </a:r>
            <a:endParaRPr sz="41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21728" y="7130407"/>
            <a:ext cx="4938395" cy="2224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22225" algn="ctr">
              <a:lnSpc>
                <a:spcPct val="122300"/>
              </a:lnSpc>
              <a:spcBef>
                <a:spcPts val="95"/>
              </a:spcBef>
            </a:pPr>
            <a:r>
              <a:rPr sz="2950" spc="80" dirty="0">
                <a:solidFill>
                  <a:srgbClr val="343434"/>
                </a:solidFill>
                <a:latin typeface="Calibri"/>
                <a:cs typeface="Calibri"/>
              </a:rPr>
              <a:t>Uses</a:t>
            </a:r>
            <a:r>
              <a:rPr sz="2950" spc="13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B3B3B"/>
                </a:solidFill>
                <a:latin typeface="Calibri"/>
                <a:cs typeface="Calibri"/>
              </a:rPr>
              <a:t>file</a:t>
            </a:r>
            <a:r>
              <a:rPr sz="2950" spc="1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105" dirty="0">
                <a:solidFill>
                  <a:srgbClr val="2A2A2A"/>
                </a:solidFill>
                <a:latin typeface="Calibri"/>
                <a:cs typeface="Calibri"/>
              </a:rPr>
              <a:t>systems</a:t>
            </a:r>
            <a:r>
              <a:rPr sz="2950" spc="2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950" spc="60" dirty="0">
                <a:solidFill>
                  <a:srgbClr val="2D2D2D"/>
                </a:solidFill>
                <a:latin typeface="Calibri"/>
                <a:cs typeface="Calibri"/>
              </a:rPr>
              <a:t>to</a:t>
            </a:r>
            <a:r>
              <a:rPr sz="2950" spc="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950" spc="80" dirty="0">
                <a:solidFill>
                  <a:srgbClr val="2A2A2A"/>
                </a:solidFill>
                <a:latin typeface="Calibri"/>
                <a:cs typeface="Calibri"/>
              </a:rPr>
              <a:t>securely </a:t>
            </a:r>
            <a:r>
              <a:rPr sz="2950" spc="55" dirty="0">
                <a:solidFill>
                  <a:srgbClr val="2F2F2F"/>
                </a:solidFill>
                <a:latin typeface="Calibri"/>
                <a:cs typeface="Calibri"/>
              </a:rPr>
              <a:t>store</a:t>
            </a:r>
            <a:r>
              <a:rPr sz="2950" spc="2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spc="55" dirty="0">
                <a:solidFill>
                  <a:srgbClr val="343434"/>
                </a:solidFill>
                <a:latin typeface="Calibri"/>
                <a:cs typeface="Calibri"/>
              </a:rPr>
              <a:t>records,</a:t>
            </a:r>
            <a:r>
              <a:rPr sz="2950" spc="3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63636"/>
                </a:solidFill>
                <a:latin typeface="Calibri"/>
                <a:cs typeface="Calibri"/>
              </a:rPr>
              <a:t>ensuring</a:t>
            </a:r>
            <a:r>
              <a:rPr sz="2950" spc="2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950" spc="120" dirty="0">
                <a:solidFill>
                  <a:srgbClr val="3B3B3B"/>
                </a:solidFill>
                <a:latin typeface="Calibri"/>
                <a:cs typeface="Calibri"/>
              </a:rPr>
              <a:t>data</a:t>
            </a:r>
            <a:r>
              <a:rPr sz="2950" spc="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30" dirty="0">
                <a:solidFill>
                  <a:srgbClr val="2F2F2F"/>
                </a:solidFill>
                <a:latin typeface="Calibri"/>
                <a:cs typeface="Calibri"/>
              </a:rPr>
              <a:t>is </a:t>
            </a:r>
            <a:r>
              <a:rPr sz="2950" spc="50" dirty="0">
                <a:solidFill>
                  <a:srgbClr val="3B3B3B"/>
                </a:solidFill>
                <a:latin typeface="Calibri"/>
                <a:cs typeface="Calibri"/>
              </a:rPr>
              <a:t>never</a:t>
            </a:r>
            <a:r>
              <a:rPr sz="2950" spc="1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950" spc="60" dirty="0">
                <a:solidFill>
                  <a:srgbClr val="2B2B2B"/>
                </a:solidFill>
                <a:latin typeface="Calibri"/>
                <a:cs typeface="Calibri"/>
              </a:rPr>
              <a:t>lost</a:t>
            </a:r>
            <a:r>
              <a:rPr sz="295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295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950" spc="6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95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950" spc="105" dirty="0">
                <a:solidFill>
                  <a:srgbClr val="2F2F2F"/>
                </a:solidFill>
                <a:latin typeface="Calibri"/>
                <a:cs typeface="Calibri"/>
              </a:rPr>
              <a:t>system</a:t>
            </a:r>
            <a:r>
              <a:rPr sz="2950" spc="21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950" spc="30" dirty="0">
                <a:solidFill>
                  <a:srgbClr val="343434"/>
                </a:solidFill>
                <a:latin typeface="Calibri"/>
                <a:cs typeface="Calibri"/>
              </a:rPr>
              <a:t>is </a:t>
            </a:r>
            <a:r>
              <a:rPr sz="2950" spc="60" dirty="0">
                <a:solidFill>
                  <a:srgbClr val="363636"/>
                </a:solidFill>
                <a:latin typeface="Calibri"/>
                <a:cs typeface="Calibri"/>
              </a:rPr>
              <a:t>turned</a:t>
            </a:r>
            <a:r>
              <a:rPr sz="2950" spc="15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950" spc="-20" dirty="0">
                <a:solidFill>
                  <a:srgbClr val="383838"/>
                </a:solidFill>
                <a:latin typeface="Calibri"/>
                <a:cs typeface="Calibri"/>
              </a:rPr>
              <a:t>off.</a:t>
            </a:r>
            <a:endParaRPr sz="2950" dirty="0">
              <a:latin typeface="Calibri"/>
              <a:cs typeface="Calibri"/>
            </a:endParaRP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9B97776E-5F86-2E67-2A08-17251DC7747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464" y="3863776"/>
            <a:ext cx="5952698" cy="18847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1000"/>
              </a:srgbClr>
            </a:outerShdw>
            <a:reflection endPos="12000" dist="50800" dir="5400000" sy="-100000" algn="bl" rotWithShape="0"/>
          </a:effectLst>
        </p:spPr>
      </p:pic>
      <p:pic>
        <p:nvPicPr>
          <p:cNvPr id="16" name="object 2">
            <a:extLst>
              <a:ext uri="{FF2B5EF4-FFF2-40B4-BE49-F238E27FC236}">
                <a16:creationId xmlns:a16="http://schemas.microsoft.com/office/drawing/2014/main" id="{8F864CA1-0476-926B-F57F-7DBC8110F2E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7851" y="3863775"/>
            <a:ext cx="5952698" cy="18847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8000"/>
              </a:srgbClr>
            </a:outerShdw>
          </a:effectLst>
        </p:spPr>
      </p:pic>
      <p:pic>
        <p:nvPicPr>
          <p:cNvPr id="17" name="object 2">
            <a:extLst>
              <a:ext uri="{FF2B5EF4-FFF2-40B4-BE49-F238E27FC236}">
                <a16:creationId xmlns:a16="http://schemas.microsoft.com/office/drawing/2014/main" id="{55F13279-BF9A-9E12-C937-C2EE03F6DF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28650" y="3863775"/>
            <a:ext cx="5952698" cy="18847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F8D14F-C79B-5971-C3FF-85A6BBCE682B}"/>
              </a:ext>
            </a:extLst>
          </p:cNvPr>
          <p:cNvSpPr/>
          <p:nvPr/>
        </p:nvSpPr>
        <p:spPr>
          <a:xfrm>
            <a:off x="11195050" y="3643603"/>
            <a:ext cx="7391400" cy="6961742"/>
          </a:xfrm>
          <a:prstGeom prst="roundRect">
            <a:avLst/>
          </a:prstGeom>
          <a:pattFill prst="wdDn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B36FEA-421A-2AAC-7432-1C7074BDB9E1}"/>
              </a:ext>
            </a:extLst>
          </p:cNvPr>
          <p:cNvGrpSpPr/>
          <p:nvPr/>
        </p:nvGrpSpPr>
        <p:grpSpPr>
          <a:xfrm>
            <a:off x="11862619" y="4399735"/>
            <a:ext cx="6361062" cy="5063158"/>
            <a:chOff x="11771893" y="4666911"/>
            <a:chExt cx="6361062" cy="5063158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71893" y="7641128"/>
              <a:ext cx="6361062" cy="2088941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08209" y="4666911"/>
              <a:ext cx="1688430" cy="2913523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399" y="2340242"/>
            <a:ext cx="18933978" cy="78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800" dirty="0">
                <a:solidFill>
                  <a:srgbClr val="034D89"/>
                </a:solidFill>
              </a:rPr>
              <a:t>System</a:t>
            </a:r>
            <a:r>
              <a:rPr sz="6800" spc="130" dirty="0">
                <a:solidFill>
                  <a:srgbClr val="034D89"/>
                </a:solidFill>
              </a:rPr>
              <a:t> </a:t>
            </a:r>
            <a:r>
              <a:rPr sz="6800" spc="-45" dirty="0">
                <a:solidFill>
                  <a:srgbClr val="005287"/>
                </a:solidFill>
              </a:rPr>
              <a:t>Architecture</a:t>
            </a:r>
            <a:endParaRPr sz="68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8233" rIns="0" bIns="0" rtlCol="0">
            <a:spAutoFit/>
          </a:bodyPr>
          <a:lstStyle/>
          <a:p>
            <a:pPr marL="678180" marR="5080" indent="-3175">
              <a:lnSpc>
                <a:spcPct val="133600"/>
              </a:lnSpc>
              <a:spcBef>
                <a:spcPts val="95"/>
              </a:spcBef>
            </a:pPr>
            <a:r>
              <a:rPr spc="145" dirty="0"/>
              <a:t>Step</a:t>
            </a:r>
            <a:r>
              <a:rPr spc="-360" dirty="0"/>
              <a:t> </a:t>
            </a:r>
            <a:r>
              <a:rPr spc="-145" dirty="0">
                <a:solidFill>
                  <a:srgbClr val="364959"/>
                </a:solidFill>
              </a:rPr>
              <a:t>1:</a:t>
            </a:r>
            <a:r>
              <a:rPr spc="-220" dirty="0">
                <a:solidFill>
                  <a:srgbClr val="364959"/>
                </a:solidFill>
              </a:rPr>
              <a:t> </a:t>
            </a:r>
            <a:r>
              <a:rPr spc="195" dirty="0">
                <a:solidFill>
                  <a:srgbClr val="383838"/>
                </a:solidFill>
              </a:rPr>
              <a:t>Input.</a:t>
            </a:r>
            <a:r>
              <a:rPr spc="-30" dirty="0">
                <a:solidFill>
                  <a:srgbClr val="383838"/>
                </a:solidFill>
              </a:rPr>
              <a:t> </a:t>
            </a:r>
            <a:r>
              <a:rPr dirty="0">
                <a:solidFill>
                  <a:srgbClr val="383838"/>
                </a:solidFill>
              </a:rPr>
              <a:t>The</a:t>
            </a:r>
            <a:r>
              <a:rPr spc="195" dirty="0">
                <a:solidFill>
                  <a:srgbClr val="383838"/>
                </a:solidFill>
              </a:rPr>
              <a:t> </a:t>
            </a:r>
            <a:r>
              <a:rPr spc="85" dirty="0">
                <a:solidFill>
                  <a:srgbClr val="333333"/>
                </a:solidFill>
              </a:rPr>
              <a:t>system</a:t>
            </a:r>
            <a:r>
              <a:rPr spc="155" dirty="0">
                <a:solidFill>
                  <a:srgbClr val="333333"/>
                </a:solidFill>
              </a:rPr>
              <a:t> </a:t>
            </a:r>
            <a:r>
              <a:rPr spc="145" dirty="0">
                <a:solidFill>
                  <a:srgbClr val="3A3A3A"/>
                </a:solidFill>
              </a:rPr>
              <a:t>accepts</a:t>
            </a:r>
            <a:r>
              <a:rPr spc="65" dirty="0">
                <a:solidFill>
                  <a:srgbClr val="3A3A3A"/>
                </a:solidFill>
              </a:rPr>
              <a:t> </a:t>
            </a:r>
            <a:r>
              <a:rPr spc="50" dirty="0">
                <a:solidFill>
                  <a:srgbClr val="383838"/>
                </a:solidFill>
              </a:rPr>
              <a:t>user</a:t>
            </a:r>
            <a:r>
              <a:rPr spc="135" dirty="0">
                <a:solidFill>
                  <a:srgbClr val="383838"/>
                </a:solidFill>
              </a:rPr>
              <a:t> </a:t>
            </a:r>
            <a:r>
              <a:rPr spc="80" dirty="0"/>
              <a:t>credentials </a:t>
            </a:r>
            <a:r>
              <a:rPr spc="70" dirty="0">
                <a:solidFill>
                  <a:srgbClr val="364D64"/>
                </a:solidFill>
              </a:rPr>
              <a:t>and </a:t>
            </a:r>
            <a:r>
              <a:rPr spc="90" dirty="0"/>
              <a:t>transaction</a:t>
            </a:r>
            <a:r>
              <a:rPr spc="320" dirty="0"/>
              <a:t> </a:t>
            </a:r>
            <a:r>
              <a:rPr spc="95" dirty="0"/>
              <a:t>choice</a:t>
            </a:r>
            <a:r>
              <a:rPr spc="165" dirty="0"/>
              <a:t> </a:t>
            </a:r>
            <a:r>
              <a:rPr spc="95" dirty="0">
                <a:solidFill>
                  <a:srgbClr val="343434"/>
                </a:solidFill>
              </a:rPr>
              <a:t>(Deposit/Withdraw).</a:t>
            </a:r>
          </a:p>
          <a:p>
            <a:pPr marL="665480" marR="293370" indent="11430">
              <a:lnSpc>
                <a:spcPct val="117200"/>
              </a:lnSpc>
              <a:spcBef>
                <a:spcPts val="2525"/>
              </a:spcBef>
            </a:pPr>
            <a:r>
              <a:rPr sz="3100" spc="120" dirty="0">
                <a:solidFill>
                  <a:srgbClr val="343434"/>
                </a:solidFill>
                <a:latin typeface="Calibri"/>
                <a:cs typeface="Calibri"/>
              </a:rPr>
              <a:t>Step</a:t>
            </a:r>
            <a:r>
              <a:rPr sz="3100" spc="-1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4960"/>
                </a:solidFill>
                <a:latin typeface="Calibri"/>
                <a:cs typeface="Calibri"/>
              </a:rPr>
              <a:t>2:</a:t>
            </a:r>
            <a:r>
              <a:rPr sz="3100" spc="-165" dirty="0">
                <a:solidFill>
                  <a:srgbClr val="364960"/>
                </a:solidFill>
                <a:latin typeface="Calibri"/>
                <a:cs typeface="Calibri"/>
              </a:rPr>
              <a:t> </a:t>
            </a:r>
            <a:r>
              <a:rPr sz="3100" spc="95" dirty="0">
                <a:solidFill>
                  <a:srgbClr val="313131"/>
                </a:solidFill>
                <a:latin typeface="Calibri"/>
                <a:cs typeface="Calibri"/>
              </a:rPr>
              <a:t>Processing.</a:t>
            </a:r>
            <a:r>
              <a:rPr sz="3100" spc="1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The</a:t>
            </a:r>
            <a:r>
              <a:rPr sz="3100" spc="114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core</a:t>
            </a:r>
            <a:r>
              <a:rPr sz="3100" spc="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logic</a:t>
            </a:r>
            <a:r>
              <a:rPr sz="3100" spc="180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validates</a:t>
            </a:r>
            <a:r>
              <a:rPr sz="3100" spc="1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F2F2F"/>
                </a:solidFill>
                <a:latin typeface="Calibri"/>
                <a:cs typeface="Calibri"/>
              </a:rPr>
              <a:t>the </a:t>
            </a:r>
            <a:r>
              <a:rPr sz="3100" spc="-120" dirty="0">
                <a:solidFill>
                  <a:srgbClr val="3B3B3B"/>
                </a:solidFill>
                <a:latin typeface="Calibri"/>
                <a:cs typeface="Calibri"/>
              </a:rPr>
              <a:t>PIN,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65" dirty="0">
                <a:solidFill>
                  <a:srgbClr val="2F2F2F"/>
                </a:solidFill>
                <a:latin typeface="Calibri"/>
                <a:cs typeface="Calibri"/>
              </a:rPr>
              <a:t>checks</a:t>
            </a:r>
            <a:r>
              <a:rPr sz="3100" spc="1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B2B2B"/>
                </a:solidFill>
                <a:latin typeface="Calibri"/>
                <a:cs typeface="Calibri"/>
              </a:rPr>
              <a:t>sufficient</a:t>
            </a:r>
            <a:r>
              <a:rPr sz="31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balance,</a:t>
            </a:r>
            <a:r>
              <a:rPr sz="3100" spc="1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A4462"/>
                </a:solidFill>
                <a:latin typeface="Calibri"/>
                <a:cs typeface="Calibri"/>
              </a:rPr>
              <a:t>and</a:t>
            </a:r>
            <a:r>
              <a:rPr sz="3100" spc="50" dirty="0">
                <a:solidFill>
                  <a:srgbClr val="2A4462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calculates</a:t>
            </a:r>
            <a:r>
              <a:rPr sz="3100" spc="27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B2B2B"/>
                </a:solidFill>
                <a:latin typeface="Calibri"/>
                <a:cs typeface="Calibri"/>
              </a:rPr>
              <a:t>the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new</a:t>
            </a:r>
            <a:r>
              <a:rPr sz="3100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total.</a:t>
            </a:r>
            <a:endParaRPr sz="3100">
              <a:latin typeface="Calibri"/>
              <a:cs typeface="Calibri"/>
            </a:endParaRPr>
          </a:p>
          <a:p>
            <a:pPr marL="668655" marR="655955" indent="7620">
              <a:lnSpc>
                <a:spcPct val="116399"/>
              </a:lnSpc>
              <a:spcBef>
                <a:spcPts val="2535"/>
              </a:spcBef>
            </a:pPr>
            <a:r>
              <a:rPr sz="3100" spc="120" dirty="0">
                <a:solidFill>
                  <a:srgbClr val="3A3A3A"/>
                </a:solidFill>
                <a:latin typeface="Calibri"/>
                <a:cs typeface="Calibri"/>
              </a:rPr>
              <a:t>Step</a:t>
            </a:r>
            <a:r>
              <a:rPr sz="3100" spc="-1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3:</a:t>
            </a:r>
            <a:r>
              <a:rPr sz="3100" spc="-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60" dirty="0">
                <a:solidFill>
                  <a:srgbClr val="343434"/>
                </a:solidFill>
                <a:latin typeface="Calibri"/>
                <a:cs typeface="Calibri"/>
              </a:rPr>
              <a:t>Storage.</a:t>
            </a:r>
            <a:r>
              <a:rPr sz="3100" spc="1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3100" spc="11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updated</a:t>
            </a:r>
            <a:r>
              <a:rPr sz="3100" spc="175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record</a:t>
            </a:r>
            <a:r>
              <a:rPr sz="3100" spc="1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is</a:t>
            </a:r>
            <a:r>
              <a:rPr sz="3100" spc="75" dirty="0"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A3A3A"/>
                </a:solidFill>
                <a:latin typeface="Calibri"/>
                <a:cs typeface="Calibri"/>
              </a:rPr>
              <a:t>written </a:t>
            </a:r>
            <a:r>
              <a:rPr sz="3100" spc="50" dirty="0">
                <a:solidFill>
                  <a:srgbClr val="343434"/>
                </a:solidFill>
                <a:latin typeface="Calibri"/>
                <a:cs typeface="Calibri"/>
              </a:rPr>
              <a:t>back</a:t>
            </a:r>
            <a:r>
              <a:rPr sz="3100" spc="1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to</a:t>
            </a:r>
            <a:r>
              <a:rPr sz="3100" spc="55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A3A3A"/>
                </a:solidFill>
                <a:latin typeface="Calibri"/>
                <a:cs typeface="Calibri"/>
              </a:rPr>
              <a:t>the</a:t>
            </a:r>
            <a:r>
              <a:rPr sz="3100" spc="4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B3B3B"/>
                </a:solidFill>
                <a:latin typeface="Calibri"/>
                <a:cs typeface="Calibri"/>
              </a:rPr>
              <a:t>file</a:t>
            </a:r>
            <a:r>
              <a:rPr sz="3100" spc="11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system</a:t>
            </a:r>
            <a:r>
              <a:rPr sz="3100" spc="60" dirty="0"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using</a:t>
            </a:r>
            <a:r>
              <a:rPr sz="3100" spc="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383838"/>
                </a:solidFill>
                <a:latin typeface="Calibri"/>
                <a:cs typeface="Calibri"/>
              </a:rPr>
              <a:t>file</a:t>
            </a:r>
            <a:r>
              <a:rPr sz="3100" spc="7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pointers.</a:t>
            </a:r>
            <a:endParaRPr sz="3100">
              <a:latin typeface="Calibri"/>
              <a:cs typeface="Calibri"/>
            </a:endParaRPr>
          </a:p>
          <a:p>
            <a:pPr marL="662305" marR="639445" indent="14604">
              <a:lnSpc>
                <a:spcPct val="119700"/>
              </a:lnSpc>
              <a:spcBef>
                <a:spcPts val="2345"/>
              </a:spcBef>
            </a:pPr>
            <a:r>
              <a:rPr sz="3100" spc="120" dirty="0">
                <a:solidFill>
                  <a:srgbClr val="313131"/>
                </a:solidFill>
                <a:latin typeface="Calibri"/>
                <a:cs typeface="Calibri"/>
              </a:rPr>
              <a:t>Step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A3859"/>
                </a:solidFill>
                <a:latin typeface="Calibri"/>
                <a:cs typeface="Calibri"/>
              </a:rPr>
              <a:t>4:</a:t>
            </a:r>
            <a:r>
              <a:rPr sz="3100" spc="-150" dirty="0">
                <a:solidFill>
                  <a:srgbClr val="2A3859"/>
                </a:solidFill>
                <a:latin typeface="Calibri"/>
                <a:cs typeface="Calibri"/>
              </a:rPr>
              <a:t> </a:t>
            </a:r>
            <a:r>
              <a:rPr sz="3100" spc="75" dirty="0">
                <a:solidFill>
                  <a:srgbClr val="313131"/>
                </a:solidFill>
                <a:latin typeface="Calibri"/>
                <a:cs typeface="Calibri"/>
              </a:rPr>
              <a:t>Output.</a:t>
            </a:r>
            <a:r>
              <a:rPr sz="3100" spc="19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A</a:t>
            </a:r>
            <a:r>
              <a:rPr sz="3100" spc="19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114" dirty="0">
                <a:solidFill>
                  <a:srgbClr val="2A2A2A"/>
                </a:solidFill>
                <a:latin typeface="Calibri"/>
                <a:cs typeface="Calibri"/>
              </a:rPr>
              <a:t>success</a:t>
            </a:r>
            <a:r>
              <a:rPr sz="3100" spc="204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message</a:t>
            </a:r>
            <a:r>
              <a:rPr sz="3100" spc="2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183654"/>
                </a:solidFill>
                <a:latin typeface="Calibri"/>
                <a:cs typeface="Calibri"/>
              </a:rPr>
              <a:t>and</a:t>
            </a:r>
            <a:r>
              <a:rPr sz="3100" spc="110" dirty="0">
                <a:solidFill>
                  <a:srgbClr val="18365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100" dirty="0">
                <a:solidFill>
                  <a:srgbClr val="2B2B2B"/>
                </a:solidFill>
                <a:latin typeface="Calibri"/>
                <a:cs typeface="Calibri"/>
              </a:rPr>
              <a:t>updated</a:t>
            </a:r>
            <a:r>
              <a:rPr sz="31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balance</a:t>
            </a:r>
            <a:r>
              <a:rPr sz="3100" spc="2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are</a:t>
            </a:r>
            <a:r>
              <a:rPr sz="3100" spc="14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displayed</a:t>
            </a:r>
            <a:r>
              <a:rPr sz="3100" spc="2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on</a:t>
            </a:r>
            <a:r>
              <a:rPr sz="3100" spc="8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3100" spc="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B2B2B"/>
                </a:solidFill>
                <a:latin typeface="Calibri"/>
                <a:cs typeface="Calibri"/>
              </a:rPr>
              <a:t>console.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Blank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732ABE-4BAD-E52E-6AD9-C3E24B958666}"/>
              </a:ext>
            </a:extLst>
          </p:cNvPr>
          <p:cNvSpPr/>
          <p:nvPr/>
        </p:nvSpPr>
        <p:spPr>
          <a:xfrm>
            <a:off x="10509304" y="92075"/>
            <a:ext cx="8381946" cy="11048996"/>
          </a:xfrm>
          <a:prstGeom prst="actionButtonBlank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reflection stA="99000" endPos="65000" dist="50800" dir="5400000" sy="-100000" algn="bl" rotWithShape="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bject 2"/>
          <p:cNvSpPr/>
          <p:nvPr/>
        </p:nvSpPr>
        <p:spPr>
          <a:xfrm>
            <a:off x="973792" y="2658296"/>
            <a:ext cx="8717280" cy="0"/>
          </a:xfrm>
          <a:custGeom>
            <a:avLst/>
            <a:gdLst/>
            <a:ahLst/>
            <a:cxnLst/>
            <a:rect l="l" t="t" r="r" b="b"/>
            <a:pathLst>
              <a:path w="8717280">
                <a:moveTo>
                  <a:pt x="0" y="0"/>
                </a:moveTo>
                <a:lnTo>
                  <a:pt x="8717012" y="0"/>
                </a:lnTo>
              </a:path>
            </a:pathLst>
          </a:custGeom>
          <a:ln w="39265">
            <a:solidFill>
              <a:srgbClr val="0FC8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362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125"/>
              </a:spcBef>
            </a:pPr>
            <a:r>
              <a:rPr sz="6800" dirty="0">
                <a:solidFill>
                  <a:srgbClr val="005287"/>
                </a:solidFill>
              </a:rPr>
              <a:t>Simulation</a:t>
            </a:r>
            <a:r>
              <a:rPr sz="6800" spc="500" dirty="0">
                <a:solidFill>
                  <a:srgbClr val="005287"/>
                </a:solidFill>
              </a:rPr>
              <a:t> </a:t>
            </a:r>
            <a:r>
              <a:rPr sz="6800" spc="45" dirty="0">
                <a:solidFill>
                  <a:srgbClr val="004F85"/>
                </a:solidFill>
              </a:rPr>
              <a:t>Results</a:t>
            </a:r>
            <a:endParaRPr sz="6800"/>
          </a:p>
        </p:txBody>
      </p:sp>
      <p:sp>
        <p:nvSpPr>
          <p:cNvPr id="4" name="object 4"/>
          <p:cNvSpPr txBox="1"/>
          <p:nvPr/>
        </p:nvSpPr>
        <p:spPr>
          <a:xfrm>
            <a:off x="898473" y="3439419"/>
            <a:ext cx="8696325" cy="664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" marR="5080" indent="-4445">
              <a:lnSpc>
                <a:spcPct val="122300"/>
              </a:lnSpc>
              <a:spcBef>
                <a:spcPts val="95"/>
              </a:spcBef>
            </a:pPr>
            <a:r>
              <a:rPr sz="2950" spc="-125" dirty="0">
                <a:solidFill>
                  <a:srgbClr val="313131"/>
                </a:solidFill>
                <a:latin typeface="Arial MT"/>
                <a:cs typeface="Arial MT"/>
              </a:rPr>
              <a:t>The</a:t>
            </a:r>
            <a:r>
              <a:rPr sz="2950" spc="-8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313131"/>
                </a:solidFill>
                <a:latin typeface="Arial MT"/>
                <a:cs typeface="Arial MT"/>
              </a:rPr>
              <a:t>screenshot</a:t>
            </a:r>
            <a:r>
              <a:rPr sz="2950" spc="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2A2A2A"/>
                </a:solidFill>
                <a:latin typeface="Arial MT"/>
                <a:cs typeface="Arial MT"/>
              </a:rPr>
              <a:t>demonstrates</a:t>
            </a:r>
            <a:r>
              <a:rPr sz="2950" spc="1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313131"/>
                </a:solidFill>
                <a:latin typeface="Arial MT"/>
                <a:cs typeface="Arial MT"/>
              </a:rPr>
              <a:t>the</a:t>
            </a:r>
            <a:r>
              <a:rPr sz="2950" spc="-1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spc="-35" dirty="0">
                <a:solidFill>
                  <a:srgbClr val="3D3D3D"/>
                </a:solidFill>
                <a:latin typeface="Arial MT"/>
                <a:cs typeface="Arial MT"/>
              </a:rPr>
              <a:t>Console</a:t>
            </a:r>
            <a:r>
              <a:rPr sz="2950" spc="-17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3D3D3D"/>
                </a:solidFill>
                <a:latin typeface="Arial MT"/>
                <a:cs typeface="Arial MT"/>
              </a:rPr>
              <a:t>Interface </a:t>
            </a:r>
            <a:r>
              <a:rPr sz="2950" dirty="0">
                <a:solidFill>
                  <a:srgbClr val="3A3A3A"/>
                </a:solidFill>
                <a:latin typeface="Arial MT"/>
                <a:cs typeface="Arial MT"/>
              </a:rPr>
              <a:t>of</a:t>
            </a:r>
            <a:r>
              <a:rPr sz="2950" spc="1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3B3B3B"/>
                </a:solidFill>
                <a:latin typeface="Arial MT"/>
                <a:cs typeface="Arial MT"/>
              </a:rPr>
              <a:t>the</a:t>
            </a:r>
            <a:r>
              <a:rPr sz="2950" spc="2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2D2D2D"/>
                </a:solidFill>
                <a:latin typeface="Arial MT"/>
                <a:cs typeface="Arial MT"/>
              </a:rPr>
              <a:t>simulation.</a:t>
            </a:r>
            <a:endParaRPr sz="2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2950" dirty="0">
              <a:latin typeface="Arial MT"/>
              <a:cs typeface="Arial MT"/>
            </a:endParaRPr>
          </a:p>
          <a:p>
            <a:pPr marL="676910" algn="ctr">
              <a:lnSpc>
                <a:spcPct val="100000"/>
              </a:lnSpc>
            </a:pP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3100" spc="1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13131"/>
                </a:solidFill>
                <a:latin typeface="Calibri"/>
                <a:cs typeface="Calibri"/>
              </a:rPr>
              <a:t>user</a:t>
            </a:r>
            <a:r>
              <a:rPr sz="3100" spc="1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successfully</a:t>
            </a:r>
            <a:r>
              <a:rPr sz="3100" spc="4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logs</a:t>
            </a:r>
            <a:r>
              <a:rPr sz="3100" spc="1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43434"/>
                </a:solidFill>
                <a:latin typeface="Calibri"/>
                <a:cs typeface="Calibri"/>
              </a:rPr>
              <a:t>in.</a:t>
            </a:r>
            <a:endParaRPr sz="31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3420"/>
              </a:spcBef>
              <a:tabLst>
                <a:tab pos="671830" algn="l"/>
              </a:tabLst>
            </a:pPr>
            <a:r>
              <a:rPr sz="2700" dirty="0">
                <a:solidFill>
                  <a:srgbClr val="13D1A5"/>
                </a:solidFill>
                <a:latin typeface="Arial MT"/>
                <a:cs typeface="Arial MT"/>
              </a:rPr>
              <a:t>	</a:t>
            </a:r>
            <a:r>
              <a:rPr sz="2700" dirty="0">
                <a:solidFill>
                  <a:srgbClr val="3B3B3B"/>
                </a:solidFill>
                <a:latin typeface="Arial MT"/>
                <a:cs typeface="Arial MT"/>
              </a:rPr>
              <a:t>They</a:t>
            </a:r>
            <a:r>
              <a:rPr sz="2700" spc="24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85" dirty="0">
                <a:solidFill>
                  <a:srgbClr val="343434"/>
                </a:solidFill>
                <a:latin typeface="Arial MT"/>
                <a:cs typeface="Arial MT"/>
              </a:rPr>
              <a:t>select</a:t>
            </a:r>
            <a:r>
              <a:rPr sz="2700" spc="3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D2D2D"/>
                </a:solidFill>
                <a:latin typeface="Arial MT"/>
                <a:cs typeface="Arial MT"/>
              </a:rPr>
              <a:t>“Deposit"</a:t>
            </a:r>
            <a:r>
              <a:rPr sz="2700" spc="19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700" spc="90" dirty="0">
                <a:solidFill>
                  <a:srgbClr val="2D2D2D"/>
                </a:solidFill>
                <a:latin typeface="Arial MT"/>
                <a:cs typeface="Arial MT"/>
              </a:rPr>
              <a:t>from</a:t>
            </a:r>
            <a:r>
              <a:rPr sz="2700" spc="15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700" spc="80" dirty="0">
                <a:solidFill>
                  <a:srgbClr val="3D3D3D"/>
                </a:solidFill>
                <a:latin typeface="Arial MT"/>
                <a:cs typeface="Arial MT"/>
              </a:rPr>
              <a:t>the</a:t>
            </a:r>
            <a:r>
              <a:rPr sz="2700" spc="3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50" dirty="0">
                <a:solidFill>
                  <a:srgbClr val="264B6D"/>
                </a:solidFill>
                <a:latin typeface="Arial MT"/>
                <a:cs typeface="Arial MT"/>
              </a:rPr>
              <a:t>main</a:t>
            </a:r>
            <a:r>
              <a:rPr sz="2700" spc="110" dirty="0">
                <a:solidFill>
                  <a:srgbClr val="264B6D"/>
                </a:solidFill>
                <a:latin typeface="Arial MT"/>
                <a:cs typeface="Arial MT"/>
              </a:rPr>
              <a:t> </a:t>
            </a:r>
            <a:r>
              <a:rPr sz="2700" spc="35" dirty="0">
                <a:solidFill>
                  <a:srgbClr val="2F2F2F"/>
                </a:solidFill>
                <a:latin typeface="Arial MT"/>
                <a:cs typeface="Arial MT"/>
              </a:rPr>
              <a:t>menu.</a:t>
            </a:r>
            <a:endParaRPr sz="27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45"/>
              </a:spcBef>
            </a:pPr>
            <a:endParaRPr sz="2700" dirty="0">
              <a:latin typeface="Arial MT"/>
              <a:cs typeface="Arial MT"/>
            </a:endParaRPr>
          </a:p>
          <a:p>
            <a:pPr marL="676910" algn="ctr">
              <a:lnSpc>
                <a:spcPct val="100000"/>
              </a:lnSpc>
            </a:pP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3100" spc="1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system</a:t>
            </a:r>
            <a:r>
              <a:rPr sz="3100" spc="1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prompts</a:t>
            </a:r>
            <a:r>
              <a:rPr sz="3100" spc="1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Calibri"/>
                <a:cs typeface="Calibri"/>
              </a:rPr>
              <a:t>for</a:t>
            </a:r>
            <a:r>
              <a:rPr sz="3100" spc="3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3100" spc="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82828"/>
                </a:solidFill>
                <a:latin typeface="Calibri"/>
                <a:cs typeface="Calibri"/>
              </a:rPr>
              <a:t>amount.</a:t>
            </a:r>
            <a:endParaRPr sz="3100" dirty="0">
              <a:latin typeface="Calibri"/>
              <a:cs typeface="Calibri"/>
            </a:endParaRPr>
          </a:p>
          <a:p>
            <a:pPr marL="676910" algn="ctr">
              <a:lnSpc>
                <a:spcPct val="100000"/>
              </a:lnSpc>
              <a:spcBef>
                <a:spcPts val="3080"/>
              </a:spcBef>
            </a:pPr>
            <a:r>
              <a:rPr sz="31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1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B3B3B"/>
                </a:solidFill>
                <a:latin typeface="Calibri"/>
                <a:cs typeface="Calibri"/>
              </a:rPr>
              <a:t>updated</a:t>
            </a:r>
            <a:r>
              <a:rPr sz="3100" spc="1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83838"/>
                </a:solidFill>
                <a:latin typeface="Calibri"/>
                <a:cs typeface="Calibri"/>
              </a:rPr>
              <a:t>balance</a:t>
            </a:r>
            <a:r>
              <a:rPr sz="3100" spc="2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55" dirty="0">
                <a:solidFill>
                  <a:srgbClr val="3A3A3A"/>
                </a:solidFill>
                <a:latin typeface="Calibri"/>
                <a:cs typeface="Calibri"/>
              </a:rPr>
              <a:t>is</a:t>
            </a:r>
            <a:r>
              <a:rPr sz="3100" spc="4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43434"/>
                </a:solidFill>
                <a:latin typeface="Calibri"/>
                <a:cs typeface="Calibri"/>
              </a:rPr>
              <a:t>displayed</a:t>
            </a:r>
            <a:r>
              <a:rPr sz="3100" spc="2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63636"/>
                </a:solidFill>
                <a:latin typeface="Calibri"/>
                <a:cs typeface="Calibri"/>
              </a:rPr>
              <a:t>immediately.</a:t>
            </a:r>
            <a:endParaRPr sz="3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0"/>
              </a:spcBef>
            </a:pPr>
            <a:endParaRPr sz="3100" dirty="0">
              <a:latin typeface="Calibri"/>
              <a:cs typeface="Calibri"/>
            </a:endParaRPr>
          </a:p>
          <a:p>
            <a:pPr marL="36830" marR="1447165" indent="11430" algn="ctr">
              <a:lnSpc>
                <a:spcPct val="112700"/>
              </a:lnSpc>
            </a:pPr>
            <a:r>
              <a:rPr sz="3200" spc="-20" dirty="0">
                <a:solidFill>
                  <a:srgbClr val="343434"/>
                </a:solidFill>
                <a:latin typeface="Calibri"/>
                <a:cs typeface="Calibri"/>
              </a:rPr>
              <a:t>This</a:t>
            </a:r>
            <a:r>
              <a:rPr sz="3200" spc="-1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63636"/>
                </a:solidFill>
                <a:latin typeface="Calibri"/>
                <a:cs typeface="Calibri"/>
              </a:rPr>
              <a:t>validates</a:t>
            </a:r>
            <a:r>
              <a:rPr sz="32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3200" spc="-15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D2D2D"/>
                </a:solidFill>
                <a:latin typeface="Calibri"/>
                <a:cs typeface="Calibri"/>
              </a:rPr>
              <a:t>core</a:t>
            </a:r>
            <a:r>
              <a:rPr sz="3200" spc="-9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83838"/>
                </a:solidFill>
                <a:latin typeface="Calibri"/>
                <a:cs typeface="Calibri"/>
              </a:rPr>
              <a:t>logic</a:t>
            </a:r>
            <a:r>
              <a:rPr sz="3200" spc="-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D2D2D"/>
                </a:solidFill>
                <a:latin typeface="Calibri"/>
                <a:cs typeface="Calibri"/>
              </a:rPr>
              <a:t>of</a:t>
            </a:r>
            <a:r>
              <a:rPr sz="3200" spc="-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3200" spc="-1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2D2D2D"/>
                </a:solidFill>
                <a:latin typeface="Calibri"/>
                <a:cs typeface="Calibri"/>
              </a:rPr>
              <a:t>proposed </a:t>
            </a:r>
            <a:r>
              <a:rPr sz="3200" spc="-35" dirty="0">
                <a:solidFill>
                  <a:srgbClr val="333333"/>
                </a:solidFill>
                <a:latin typeface="Calibri"/>
                <a:cs typeface="Calibri"/>
              </a:rPr>
              <a:t>methodology.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B040B6-746C-8A45-B986-5886D137A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578" y="315992"/>
            <a:ext cx="8133272" cy="104440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64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FBC695C-BB52-60E4-F8F5-DB5F9ADE6A41}"/>
              </a:ext>
            </a:extLst>
          </p:cNvPr>
          <p:cNvSpPr/>
          <p:nvPr/>
        </p:nvSpPr>
        <p:spPr>
          <a:xfrm>
            <a:off x="2279650" y="5197475"/>
            <a:ext cx="14859000" cy="5638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bject 2"/>
          <p:cNvSpPr/>
          <p:nvPr/>
        </p:nvSpPr>
        <p:spPr>
          <a:xfrm flipV="1">
            <a:off x="8246743" y="5654675"/>
            <a:ext cx="2438401" cy="34417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39265">
            <a:solidFill>
              <a:srgbClr val="0FC897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19254" y="5998845"/>
            <a:ext cx="289337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130" dirty="0">
                <a:solidFill>
                  <a:srgbClr val="000000"/>
                </a:solidFill>
                <a:latin typeface="Calibri"/>
                <a:cs typeface="Calibri"/>
              </a:rPr>
              <a:t>Conclusion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8547" y="6909067"/>
            <a:ext cx="13856703" cy="3056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55"/>
              </a:spcBef>
            </a:pPr>
            <a:r>
              <a:rPr sz="3450" spc="-40" dirty="0">
                <a:solidFill>
                  <a:srgbClr val="3A4D69"/>
                </a:solidFill>
                <a:latin typeface="Calibri"/>
                <a:cs typeface="Calibri"/>
              </a:rPr>
              <a:t>Our</a:t>
            </a:r>
            <a:r>
              <a:rPr sz="3450" spc="-155" dirty="0">
                <a:solidFill>
                  <a:srgbClr val="3A4D69"/>
                </a:solidFill>
                <a:latin typeface="Calibri"/>
                <a:cs typeface="Calibri"/>
              </a:rPr>
              <a:t> </a:t>
            </a:r>
            <a:r>
              <a:rPr sz="3450" spc="-55" dirty="0">
                <a:solidFill>
                  <a:srgbClr val="2D4166"/>
                </a:solidFill>
                <a:latin typeface="Calibri"/>
                <a:cs typeface="Calibri"/>
              </a:rPr>
              <a:t>Bank</a:t>
            </a:r>
            <a:r>
              <a:rPr sz="3450" spc="-140" dirty="0">
                <a:solidFill>
                  <a:srgbClr val="2D4166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D3D3D"/>
                </a:solidFill>
                <a:latin typeface="Calibri"/>
                <a:cs typeface="Calibri"/>
              </a:rPr>
              <a:t>Account</a:t>
            </a:r>
            <a:r>
              <a:rPr sz="3450" spc="-1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0" spc="-80" dirty="0">
                <a:solidFill>
                  <a:srgbClr val="3F3F3F"/>
                </a:solidFill>
                <a:latin typeface="Calibri"/>
                <a:cs typeface="Calibri"/>
              </a:rPr>
              <a:t>Simulation</a:t>
            </a:r>
            <a:r>
              <a:rPr sz="34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450" spc="-25" dirty="0">
                <a:solidFill>
                  <a:srgbClr val="383838"/>
                </a:solidFill>
                <a:latin typeface="Calibri"/>
                <a:cs typeface="Calibri"/>
              </a:rPr>
              <a:t>offers</a:t>
            </a:r>
            <a:r>
              <a:rPr sz="3450" spc="-1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450" spc="114" dirty="0">
                <a:solidFill>
                  <a:srgbClr val="384959"/>
                </a:solidFill>
                <a:latin typeface="Calibri"/>
                <a:cs typeface="Calibri"/>
              </a:rPr>
              <a:t>a</a:t>
            </a:r>
            <a:r>
              <a:rPr sz="3450" spc="-195" dirty="0">
                <a:solidFill>
                  <a:srgbClr val="384959"/>
                </a:solidFill>
                <a:latin typeface="Calibri"/>
                <a:cs typeface="Calibri"/>
              </a:rPr>
              <a:t> </a:t>
            </a:r>
            <a:r>
              <a:rPr sz="3450" spc="-25" dirty="0">
                <a:solidFill>
                  <a:srgbClr val="383838"/>
                </a:solidFill>
                <a:latin typeface="Calibri"/>
                <a:cs typeface="Calibri"/>
              </a:rPr>
              <a:t>simple</a:t>
            </a:r>
            <a:r>
              <a:rPr sz="3450" spc="-7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450" spc="-20" dirty="0">
                <a:solidFill>
                  <a:srgbClr val="26335D"/>
                </a:solidFill>
                <a:latin typeface="Calibri"/>
                <a:cs typeface="Calibri"/>
              </a:rPr>
              <a:t>yet</a:t>
            </a:r>
            <a:r>
              <a:rPr sz="3450" spc="-175" dirty="0">
                <a:solidFill>
                  <a:srgbClr val="26335D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D3D3D"/>
                </a:solidFill>
                <a:latin typeface="Calibri"/>
                <a:cs typeface="Calibri"/>
              </a:rPr>
              <a:t>efficient</a:t>
            </a:r>
            <a:r>
              <a:rPr sz="345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0" spc="-60" dirty="0">
                <a:solidFill>
                  <a:srgbClr val="3F3F3F"/>
                </a:solidFill>
                <a:latin typeface="Calibri"/>
                <a:cs typeface="Calibri"/>
              </a:rPr>
              <a:t>solution</a:t>
            </a:r>
            <a:r>
              <a:rPr sz="345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450" spc="-105" dirty="0">
                <a:solidFill>
                  <a:srgbClr val="343434"/>
                </a:solidFill>
                <a:latin typeface="Calibri"/>
                <a:cs typeface="Calibri"/>
              </a:rPr>
              <a:t>for</a:t>
            </a:r>
            <a:r>
              <a:rPr sz="3450" spc="-9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43434"/>
                </a:solidFill>
                <a:latin typeface="Calibri"/>
                <a:cs typeface="Calibri"/>
              </a:rPr>
              <a:t>managing </a:t>
            </a:r>
            <a:r>
              <a:rPr sz="3450" spc="-45" dirty="0">
                <a:solidFill>
                  <a:srgbClr val="363636"/>
                </a:solidFill>
                <a:latin typeface="Calibri"/>
                <a:cs typeface="Calibri"/>
              </a:rPr>
              <a:t>financial</a:t>
            </a:r>
            <a:r>
              <a:rPr sz="3450" spc="-1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spc="-85" dirty="0">
                <a:solidFill>
                  <a:srgbClr val="383838"/>
                </a:solidFill>
                <a:latin typeface="Calibri"/>
                <a:cs typeface="Calibri"/>
              </a:rPr>
              <a:t>data.</a:t>
            </a:r>
            <a:r>
              <a:rPr sz="3450" spc="-1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4465D"/>
                </a:solidFill>
                <a:latin typeface="Calibri"/>
                <a:cs typeface="Calibri"/>
              </a:rPr>
              <a:t>It</a:t>
            </a:r>
            <a:r>
              <a:rPr sz="3450" spc="-195" dirty="0">
                <a:solidFill>
                  <a:srgbClr val="34465D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63636"/>
                </a:solidFill>
                <a:latin typeface="Calibri"/>
                <a:cs typeface="Calibri"/>
              </a:rPr>
              <a:t>saves</a:t>
            </a:r>
            <a:r>
              <a:rPr sz="3450" spc="-9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spc="-140" dirty="0">
                <a:solidFill>
                  <a:srgbClr val="343434"/>
                </a:solidFill>
                <a:latin typeface="Calibri"/>
                <a:cs typeface="Calibri"/>
              </a:rPr>
              <a:t>time,</a:t>
            </a:r>
            <a:r>
              <a:rPr sz="3450" spc="-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450" spc="-55" dirty="0">
                <a:solidFill>
                  <a:srgbClr val="363636"/>
                </a:solidFill>
                <a:latin typeface="Calibri"/>
                <a:cs typeface="Calibri"/>
              </a:rPr>
              <a:t>improves</a:t>
            </a:r>
            <a:r>
              <a:rPr sz="3450" spc="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43434"/>
                </a:solidFill>
                <a:latin typeface="Calibri"/>
                <a:cs typeface="Calibri"/>
              </a:rPr>
              <a:t>accuracy,</a:t>
            </a:r>
            <a:r>
              <a:rPr sz="3450" spc="-1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450" spc="-20" dirty="0">
                <a:solidFill>
                  <a:srgbClr val="2A4462"/>
                </a:solidFill>
                <a:latin typeface="Calibri"/>
                <a:cs typeface="Calibri"/>
              </a:rPr>
              <a:t>and</a:t>
            </a:r>
            <a:r>
              <a:rPr sz="3450" spc="-175" dirty="0">
                <a:solidFill>
                  <a:srgbClr val="2A4462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43434"/>
                </a:solidFill>
                <a:latin typeface="Calibri"/>
                <a:cs typeface="Calibri"/>
              </a:rPr>
              <a:t>provides</a:t>
            </a:r>
            <a:r>
              <a:rPr sz="3450" spc="1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450" spc="114" dirty="0">
                <a:solidFill>
                  <a:srgbClr val="2A4866"/>
                </a:solidFill>
                <a:latin typeface="Calibri"/>
                <a:cs typeface="Calibri"/>
              </a:rPr>
              <a:t>a</a:t>
            </a:r>
            <a:r>
              <a:rPr sz="3450" spc="-240" dirty="0">
                <a:solidFill>
                  <a:srgbClr val="2A4866"/>
                </a:solidFill>
                <a:latin typeface="Calibri"/>
                <a:cs typeface="Calibri"/>
              </a:rPr>
              <a:t> </a:t>
            </a:r>
            <a:r>
              <a:rPr sz="3450" spc="-45" dirty="0">
                <a:solidFill>
                  <a:srgbClr val="3F3F3F"/>
                </a:solidFill>
                <a:latin typeface="Calibri"/>
                <a:cs typeface="Calibri"/>
              </a:rPr>
              <a:t>robust</a:t>
            </a:r>
            <a:r>
              <a:rPr sz="345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83838"/>
                </a:solidFill>
                <a:latin typeface="Calibri"/>
                <a:cs typeface="Calibri"/>
              </a:rPr>
              <a:t>learning </a:t>
            </a:r>
            <a:r>
              <a:rPr sz="3450" spc="-80" dirty="0">
                <a:solidFill>
                  <a:srgbClr val="363636"/>
                </a:solidFill>
                <a:latin typeface="Calibri"/>
                <a:cs typeface="Calibri"/>
              </a:rPr>
              <a:t>platform</a:t>
            </a:r>
            <a:r>
              <a:rPr sz="3450" spc="-11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spc="-100" dirty="0">
                <a:solidFill>
                  <a:srgbClr val="2D3D52"/>
                </a:solidFill>
                <a:latin typeface="Calibri"/>
                <a:cs typeface="Calibri"/>
              </a:rPr>
              <a:t>for</a:t>
            </a:r>
            <a:r>
              <a:rPr sz="3450" spc="-95" dirty="0">
                <a:solidFill>
                  <a:srgbClr val="2D3D52"/>
                </a:solidFill>
                <a:latin typeface="Calibri"/>
                <a:cs typeface="Calibri"/>
              </a:rPr>
              <a:t> </a:t>
            </a:r>
            <a:r>
              <a:rPr sz="3450" spc="-50" dirty="0">
                <a:solidFill>
                  <a:srgbClr val="2B2B2B"/>
                </a:solidFill>
                <a:latin typeface="Calibri"/>
                <a:cs typeface="Calibri"/>
              </a:rPr>
              <a:t>understanding</a:t>
            </a:r>
            <a:r>
              <a:rPr sz="3450" spc="-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450" spc="-65" dirty="0">
                <a:solidFill>
                  <a:srgbClr val="313131"/>
                </a:solidFill>
                <a:latin typeface="Calibri"/>
                <a:cs typeface="Calibri"/>
              </a:rPr>
              <a:t>software</a:t>
            </a:r>
            <a:r>
              <a:rPr sz="3450" spc="-1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450" spc="-65" dirty="0">
                <a:solidFill>
                  <a:srgbClr val="2F2F2F"/>
                </a:solidFill>
                <a:latin typeface="Calibri"/>
                <a:cs typeface="Calibri"/>
              </a:rPr>
              <a:t>development</a:t>
            </a:r>
            <a:r>
              <a:rPr sz="345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450" spc="-45" dirty="0">
                <a:solidFill>
                  <a:srgbClr val="344B66"/>
                </a:solidFill>
                <a:latin typeface="Calibri"/>
                <a:cs typeface="Calibri"/>
              </a:rPr>
              <a:t>in</a:t>
            </a:r>
            <a:r>
              <a:rPr sz="3450" spc="-150" dirty="0">
                <a:solidFill>
                  <a:srgbClr val="344B66"/>
                </a:solidFill>
                <a:latin typeface="Calibri"/>
                <a:cs typeface="Calibri"/>
              </a:rPr>
              <a:t> </a:t>
            </a:r>
            <a:r>
              <a:rPr sz="3450" spc="-60" dirty="0">
                <a:solidFill>
                  <a:srgbClr val="313131"/>
                </a:solidFill>
                <a:latin typeface="Calibri"/>
                <a:cs typeface="Calibri"/>
              </a:rPr>
              <a:t>banking.</a:t>
            </a:r>
            <a:r>
              <a:rPr sz="3450" spc="-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450" spc="-30" dirty="0">
                <a:solidFill>
                  <a:srgbClr val="1F3D5B"/>
                </a:solidFill>
                <a:latin typeface="Calibri"/>
                <a:cs typeface="Calibri"/>
              </a:rPr>
              <a:t>This</a:t>
            </a:r>
            <a:r>
              <a:rPr sz="3450" spc="-165" dirty="0">
                <a:solidFill>
                  <a:srgbClr val="1F3D5B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33333"/>
                </a:solidFill>
                <a:latin typeface="Calibri"/>
                <a:cs typeface="Calibri"/>
              </a:rPr>
              <a:t>project </a:t>
            </a:r>
            <a:r>
              <a:rPr sz="3450" dirty="0">
                <a:solidFill>
                  <a:srgbClr val="363636"/>
                </a:solidFill>
                <a:latin typeface="Calibri"/>
                <a:cs typeface="Calibri"/>
              </a:rPr>
              <a:t>successfully</a:t>
            </a:r>
            <a:r>
              <a:rPr sz="3450" spc="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spc="-50" dirty="0">
                <a:solidFill>
                  <a:srgbClr val="333333"/>
                </a:solidFill>
                <a:latin typeface="Calibri"/>
                <a:cs typeface="Calibri"/>
              </a:rPr>
              <a:t>demonstrates</a:t>
            </a:r>
            <a:r>
              <a:rPr sz="345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450" spc="-155" dirty="0">
                <a:solidFill>
                  <a:srgbClr val="284159"/>
                </a:solidFill>
                <a:latin typeface="Calibri"/>
                <a:cs typeface="Calibri"/>
              </a:rPr>
              <a:t>how</a:t>
            </a:r>
            <a:r>
              <a:rPr sz="3450" spc="-65" dirty="0">
                <a:solidFill>
                  <a:srgbClr val="284159"/>
                </a:solidFill>
                <a:latin typeface="Calibri"/>
                <a:cs typeface="Calibri"/>
              </a:rPr>
              <a:t> </a:t>
            </a:r>
            <a:r>
              <a:rPr sz="3450" spc="-85" dirty="0">
                <a:solidFill>
                  <a:srgbClr val="343434"/>
                </a:solidFill>
                <a:latin typeface="Calibri"/>
                <a:cs typeface="Calibri"/>
              </a:rPr>
              <a:t>programming</a:t>
            </a:r>
            <a:r>
              <a:rPr sz="3450" spc="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363636"/>
                </a:solidFill>
                <a:latin typeface="Calibri"/>
                <a:cs typeface="Calibri"/>
              </a:rPr>
              <a:t>can</a:t>
            </a:r>
            <a:r>
              <a:rPr sz="3450" spc="-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450" spc="-50" dirty="0">
                <a:solidFill>
                  <a:srgbClr val="383838"/>
                </a:solidFill>
                <a:latin typeface="Calibri"/>
                <a:cs typeface="Calibri"/>
              </a:rPr>
              <a:t>solve</a:t>
            </a:r>
            <a:r>
              <a:rPr sz="3450" spc="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450" spc="-280" dirty="0">
                <a:solidFill>
                  <a:srgbClr val="3B3B3B"/>
                </a:solidFill>
                <a:latin typeface="Calibri"/>
                <a:cs typeface="Calibri"/>
              </a:rPr>
              <a:t>real—</a:t>
            </a:r>
            <a:r>
              <a:rPr sz="3450" spc="-265" dirty="0">
                <a:solidFill>
                  <a:srgbClr val="3B3B3B"/>
                </a:solidFill>
                <a:latin typeface="Calibri"/>
                <a:cs typeface="Calibri"/>
              </a:rPr>
              <a:t>world</a:t>
            </a:r>
            <a:r>
              <a:rPr sz="3450" spc="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B3B3B"/>
                </a:solidFill>
                <a:latin typeface="Calibri"/>
                <a:cs typeface="Calibri"/>
              </a:rPr>
              <a:t>manual </a:t>
            </a:r>
            <a:r>
              <a:rPr sz="3450" dirty="0">
                <a:solidFill>
                  <a:srgbClr val="3D3D3D"/>
                </a:solidFill>
                <a:latin typeface="Calibri"/>
                <a:cs typeface="Calibri"/>
              </a:rPr>
              <a:t>processing</a:t>
            </a:r>
            <a:r>
              <a:rPr sz="3450" spc="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363636"/>
                </a:solidFill>
                <a:latin typeface="Calibri"/>
                <a:cs typeface="Calibri"/>
              </a:rPr>
              <a:t>problems.</a:t>
            </a:r>
            <a:endParaRPr sz="3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984315" y="4398159"/>
            <a:ext cx="10096935" cy="19941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850" spc="220" dirty="0">
                <a:solidFill>
                  <a:srgbClr val="004F87"/>
                </a:solidFill>
                <a:latin typeface="Arial MT"/>
                <a:cs typeface="Arial MT"/>
              </a:rPr>
              <a:t>Any</a:t>
            </a:r>
            <a:r>
              <a:rPr sz="12850" spc="-110" dirty="0">
                <a:solidFill>
                  <a:srgbClr val="004F87"/>
                </a:solidFill>
                <a:latin typeface="Arial MT"/>
                <a:cs typeface="Arial MT"/>
              </a:rPr>
              <a:t> </a:t>
            </a:r>
            <a:r>
              <a:rPr sz="12850" spc="50" dirty="0">
                <a:solidFill>
                  <a:srgbClr val="004F87"/>
                </a:solidFill>
                <a:latin typeface="Arial MT"/>
                <a:cs typeface="Arial MT"/>
              </a:rPr>
              <a:t>Queries?</a:t>
            </a:r>
            <a:endParaRPr sz="12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7450" y="7178675"/>
            <a:ext cx="4527934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0" dirty="0">
                <a:solidFill>
                  <a:srgbClr val="363636"/>
                </a:solidFill>
                <a:latin typeface="Algerian" panose="04020705040A02060702" pitchFamily="82" charset="0"/>
                <a:cs typeface="Arial MT"/>
              </a:rPr>
              <a:t>Thank</a:t>
            </a:r>
            <a:r>
              <a:rPr sz="6000" spc="-165" dirty="0">
                <a:solidFill>
                  <a:srgbClr val="363636"/>
                </a:solidFill>
                <a:latin typeface="Algerian" panose="04020705040A02060702" pitchFamily="82" charset="0"/>
                <a:cs typeface="Arial MT"/>
              </a:rPr>
              <a:t> </a:t>
            </a:r>
            <a:r>
              <a:rPr sz="6000" spc="-120" dirty="0">
                <a:solidFill>
                  <a:srgbClr val="3A3A3A"/>
                </a:solidFill>
                <a:latin typeface="Algerian" panose="04020705040A02060702" pitchFamily="82" charset="0"/>
                <a:cs typeface="Arial MT"/>
              </a:rPr>
              <a:t>You!</a:t>
            </a:r>
            <a:endParaRPr sz="6000" dirty="0">
              <a:latin typeface="Algerian" panose="04020705040A02060702" pitchFamily="82" charset="0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708</Words>
  <Application>Microsoft Office PowerPoint</Application>
  <PresentationFormat>Custom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 MT</vt:lpstr>
      <vt:lpstr>Calibri</vt:lpstr>
      <vt:lpstr>Cambria</vt:lpstr>
      <vt:lpstr>Times New Roman</vt:lpstr>
      <vt:lpstr>Office Theme</vt:lpstr>
      <vt:lpstr>PowerPoint Presentation</vt:lpstr>
      <vt:lpstr>Contents</vt:lpstr>
      <vt:lpstr>Abstract</vt:lpstr>
      <vt:lpstr>Introduction</vt:lpstr>
      <vt:lpstr>Applications</vt:lpstr>
      <vt:lpstr>Existing Methodology</vt:lpstr>
      <vt:lpstr>Drawbacks of Existing Method</vt:lpstr>
      <vt:lpstr>Proposed Methodology</vt:lpstr>
      <vt:lpstr>Advantages</vt:lpstr>
      <vt:lpstr>System Architecture</vt:lpstr>
      <vt:lpstr>Simulation Results</vt:lpstr>
      <vt:lpstr>Conclusion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G Jahnavi</cp:lastModifiedBy>
  <cp:revision>1</cp:revision>
  <dcterms:created xsi:type="dcterms:W3CDTF">2025-12-02T04:17:56Z</dcterms:created>
  <dcterms:modified xsi:type="dcterms:W3CDTF">2025-12-09T00:26:16Z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</Properties>
</file>